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73" r:id="rId7"/>
    <p:sldId id="281" r:id="rId8"/>
    <p:sldId id="266" r:id="rId9"/>
    <p:sldId id="276" r:id="rId10"/>
    <p:sldId id="274" r:id="rId11"/>
    <p:sldId id="275" r:id="rId12"/>
    <p:sldId id="267" r:id="rId13"/>
    <p:sldId id="268" r:id="rId14"/>
    <p:sldId id="269" r:id="rId15"/>
    <p:sldId id="270" r:id="rId16"/>
    <p:sldId id="271" r:id="rId17"/>
    <p:sldId id="277" r:id="rId18"/>
    <p:sldId id="278" r:id="rId19"/>
    <p:sldId id="280" r:id="rId20"/>
    <p:sldId id="279" r:id="rId21"/>
    <p:sldId id="260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261" r:id="rId43"/>
    <p:sldId id="272" r:id="rId44"/>
    <p:sldId id="262" r:id="rId45"/>
    <p:sldId id="263" r:id="rId46"/>
    <p:sldId id="264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E6BC"/>
    <a:srgbClr val="E6E3E3"/>
    <a:srgbClr val="BDBDBD"/>
    <a:srgbClr val="F53C36"/>
    <a:srgbClr val="C465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4" Type="http://schemas.openxmlformats.org/officeDocument/2006/relationships/image" Target="../media/image2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0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4" Type="http://schemas.openxmlformats.org/officeDocument/2006/relationships/image" Target="../media/image2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7A6EE5-7865-4779-893D-82006918CFF0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38C728F-820D-416B-9A98-95AF2F11FC43}">
      <dgm:prSet/>
      <dgm:spPr/>
      <dgm:t>
        <a:bodyPr/>
        <a:lstStyle/>
        <a:p>
          <a:r>
            <a:rPr lang="en-US"/>
            <a:t>• EC2: luxelockshub instance</a:t>
          </a:r>
        </a:p>
      </dgm:t>
    </dgm:pt>
    <dgm:pt modelId="{41D56ACB-D169-4A99-A702-82BFCCDD73D2}" type="parTrans" cxnId="{43D7A2ED-9854-480C-A10D-D4F6953A8958}">
      <dgm:prSet/>
      <dgm:spPr/>
      <dgm:t>
        <a:bodyPr/>
        <a:lstStyle/>
        <a:p>
          <a:endParaRPr lang="en-US"/>
        </a:p>
      </dgm:t>
    </dgm:pt>
    <dgm:pt modelId="{717D124C-2D70-4BD2-B383-72DE315E39EB}" type="sibTrans" cxnId="{43D7A2ED-9854-480C-A10D-D4F6953A8958}">
      <dgm:prSet/>
      <dgm:spPr/>
      <dgm:t>
        <a:bodyPr/>
        <a:lstStyle/>
        <a:p>
          <a:endParaRPr lang="en-US"/>
        </a:p>
      </dgm:t>
    </dgm:pt>
    <dgm:pt modelId="{46A1BE0E-5555-40DC-899D-27CEEE75E528}">
      <dgm:prSet/>
      <dgm:spPr/>
      <dgm:t>
        <a:bodyPr/>
        <a:lstStyle/>
        <a:p>
          <a:r>
            <a:rPr lang="en-US"/>
            <a:t>• RDS: haicare-db</a:t>
          </a:r>
        </a:p>
      </dgm:t>
    </dgm:pt>
    <dgm:pt modelId="{70AEE441-77B6-47DE-85F5-4E843340DA94}" type="parTrans" cxnId="{A2FA1DE6-674E-4B12-A8AF-A955D9BCE28B}">
      <dgm:prSet/>
      <dgm:spPr/>
      <dgm:t>
        <a:bodyPr/>
        <a:lstStyle/>
        <a:p>
          <a:endParaRPr lang="en-US"/>
        </a:p>
      </dgm:t>
    </dgm:pt>
    <dgm:pt modelId="{F5AC8FDA-3B30-4223-A91F-58F0699541FE}" type="sibTrans" cxnId="{A2FA1DE6-674E-4B12-A8AF-A955D9BCE28B}">
      <dgm:prSet/>
      <dgm:spPr/>
      <dgm:t>
        <a:bodyPr/>
        <a:lstStyle/>
        <a:p>
          <a:endParaRPr lang="en-US"/>
        </a:p>
      </dgm:t>
    </dgm:pt>
    <dgm:pt modelId="{81CC9679-587F-40FE-B72D-7FFB423CB382}">
      <dgm:prSet/>
      <dgm:spPr/>
      <dgm:t>
        <a:bodyPr/>
        <a:lstStyle/>
        <a:p>
          <a:r>
            <a:rPr lang="en-US"/>
            <a:t>• Lambda: fetchLuxeLocksData</a:t>
          </a:r>
        </a:p>
      </dgm:t>
    </dgm:pt>
    <dgm:pt modelId="{6A406933-A1A1-4022-9C92-BD0A4906D3C5}" type="parTrans" cxnId="{ABB3B233-3A49-46F3-9B0E-2AFFCCB8B4A6}">
      <dgm:prSet/>
      <dgm:spPr/>
      <dgm:t>
        <a:bodyPr/>
        <a:lstStyle/>
        <a:p>
          <a:endParaRPr lang="en-US"/>
        </a:p>
      </dgm:t>
    </dgm:pt>
    <dgm:pt modelId="{F89D942B-2B84-485F-9EA0-8AAC1B611A12}" type="sibTrans" cxnId="{ABB3B233-3A49-46F3-9B0E-2AFFCCB8B4A6}">
      <dgm:prSet/>
      <dgm:spPr/>
      <dgm:t>
        <a:bodyPr/>
        <a:lstStyle/>
        <a:p>
          <a:endParaRPr lang="en-US"/>
        </a:p>
      </dgm:t>
    </dgm:pt>
    <dgm:pt modelId="{6FD87A57-B60C-45E7-B161-7F911A6DF25B}">
      <dgm:prSet/>
      <dgm:spPr/>
      <dgm:t>
        <a:bodyPr/>
        <a:lstStyle/>
        <a:p>
          <a:r>
            <a:rPr lang="en-US"/>
            <a:t>• API Gateway: luxelockshub</a:t>
          </a:r>
        </a:p>
      </dgm:t>
    </dgm:pt>
    <dgm:pt modelId="{A5B73E00-5278-46B9-9302-841F3735EC60}" type="parTrans" cxnId="{3516F7DF-2ED1-47F2-BB0C-2F21F020166D}">
      <dgm:prSet/>
      <dgm:spPr/>
      <dgm:t>
        <a:bodyPr/>
        <a:lstStyle/>
        <a:p>
          <a:endParaRPr lang="en-US"/>
        </a:p>
      </dgm:t>
    </dgm:pt>
    <dgm:pt modelId="{EF99D0DE-8C48-42A3-B1C6-F01916B74D58}" type="sibTrans" cxnId="{3516F7DF-2ED1-47F2-BB0C-2F21F020166D}">
      <dgm:prSet/>
      <dgm:spPr/>
      <dgm:t>
        <a:bodyPr/>
        <a:lstStyle/>
        <a:p>
          <a:endParaRPr lang="en-US"/>
        </a:p>
      </dgm:t>
    </dgm:pt>
    <dgm:pt modelId="{03195414-7DDA-45D7-A5D8-2A0978E7B2C6}">
      <dgm:prSet/>
      <dgm:spPr/>
      <dgm:t>
        <a:bodyPr/>
        <a:lstStyle/>
        <a:p>
          <a:r>
            <a:rPr lang="en-US"/>
            <a:t>• IAM configuration</a:t>
          </a:r>
        </a:p>
      </dgm:t>
    </dgm:pt>
    <dgm:pt modelId="{0B360F03-23F0-4350-A13E-33F52254F89B}" type="parTrans" cxnId="{0B0E5747-35D7-4D10-AEE1-9BCD16CE130F}">
      <dgm:prSet/>
      <dgm:spPr/>
      <dgm:t>
        <a:bodyPr/>
        <a:lstStyle/>
        <a:p>
          <a:endParaRPr lang="en-US"/>
        </a:p>
      </dgm:t>
    </dgm:pt>
    <dgm:pt modelId="{C5D27CF9-495F-4C5B-BD45-51365F3F987A}" type="sibTrans" cxnId="{0B0E5747-35D7-4D10-AEE1-9BCD16CE130F}">
      <dgm:prSet/>
      <dgm:spPr/>
      <dgm:t>
        <a:bodyPr/>
        <a:lstStyle/>
        <a:p>
          <a:endParaRPr lang="en-US"/>
        </a:p>
      </dgm:t>
    </dgm:pt>
    <dgm:pt modelId="{C2BBBC16-ACB0-4897-AE42-DE1A7DFCD2D5}">
      <dgm:prSet/>
      <dgm:spPr/>
      <dgm:t>
        <a:bodyPr/>
        <a:lstStyle/>
        <a:p>
          <a:r>
            <a:rPr lang="en-US"/>
            <a:t>• S3 static site hosting</a:t>
          </a:r>
        </a:p>
      </dgm:t>
    </dgm:pt>
    <dgm:pt modelId="{14B01883-6320-4B0E-BEF4-5AD6DAB541A7}" type="parTrans" cxnId="{B8B122D1-8CC9-40E8-901D-186BDAB598CC}">
      <dgm:prSet/>
      <dgm:spPr/>
      <dgm:t>
        <a:bodyPr/>
        <a:lstStyle/>
        <a:p>
          <a:endParaRPr lang="en-US"/>
        </a:p>
      </dgm:t>
    </dgm:pt>
    <dgm:pt modelId="{D9185DB3-B41E-420C-8B6D-9BD76F95BF13}" type="sibTrans" cxnId="{B8B122D1-8CC9-40E8-901D-186BDAB598CC}">
      <dgm:prSet/>
      <dgm:spPr/>
      <dgm:t>
        <a:bodyPr/>
        <a:lstStyle/>
        <a:p>
          <a:endParaRPr lang="en-US"/>
        </a:p>
      </dgm:t>
    </dgm:pt>
    <dgm:pt modelId="{79D3543A-4EFD-45B5-B14A-0CBDF1E564B3}">
      <dgm:prSet/>
      <dgm:spPr/>
      <dgm:t>
        <a:bodyPr/>
        <a:lstStyle/>
        <a:p>
          <a:r>
            <a:rPr lang="en-US" dirty="0"/>
            <a:t>• Interface of  </a:t>
          </a:r>
          <a:r>
            <a:rPr lang="en-US" dirty="0" err="1"/>
            <a:t>LuxeLocksHub</a:t>
          </a:r>
          <a:endParaRPr lang="en-US" dirty="0"/>
        </a:p>
      </dgm:t>
    </dgm:pt>
    <dgm:pt modelId="{0DEF2A3C-D373-456F-B193-563FC98AE091}" type="parTrans" cxnId="{392ABFDD-DEB0-4545-9F2E-A05AF41F81BD}">
      <dgm:prSet/>
      <dgm:spPr/>
      <dgm:t>
        <a:bodyPr/>
        <a:lstStyle/>
        <a:p>
          <a:endParaRPr lang="en-US"/>
        </a:p>
      </dgm:t>
    </dgm:pt>
    <dgm:pt modelId="{CA79D4DC-3E9F-49FA-ACC8-5A04AB38C73D}" type="sibTrans" cxnId="{392ABFDD-DEB0-4545-9F2E-A05AF41F81BD}">
      <dgm:prSet/>
      <dgm:spPr/>
      <dgm:t>
        <a:bodyPr/>
        <a:lstStyle/>
        <a:p>
          <a:endParaRPr lang="en-US"/>
        </a:p>
      </dgm:t>
    </dgm:pt>
    <dgm:pt modelId="{68F2F75B-3773-43FF-83C3-88420CA5713A}" type="pres">
      <dgm:prSet presAssocID="{F87A6EE5-7865-4779-893D-82006918CFF0}" presName="Name0" presStyleCnt="0">
        <dgm:presLayoutVars>
          <dgm:dir/>
          <dgm:resizeHandles val="exact"/>
        </dgm:presLayoutVars>
      </dgm:prSet>
      <dgm:spPr/>
    </dgm:pt>
    <dgm:pt modelId="{47A4BA5E-B45B-4DDE-926A-2D40EB2425EC}" type="pres">
      <dgm:prSet presAssocID="{038C728F-820D-416B-9A98-95AF2F11FC43}" presName="node" presStyleLbl="node1" presStyleIdx="0" presStyleCnt="7">
        <dgm:presLayoutVars>
          <dgm:bulletEnabled val="1"/>
        </dgm:presLayoutVars>
      </dgm:prSet>
      <dgm:spPr/>
    </dgm:pt>
    <dgm:pt modelId="{799AFF38-915D-4595-A0A6-F5C773765D33}" type="pres">
      <dgm:prSet presAssocID="{717D124C-2D70-4BD2-B383-72DE315E39EB}" presName="sibTrans" presStyleLbl="sibTrans1D1" presStyleIdx="0" presStyleCnt="6"/>
      <dgm:spPr/>
    </dgm:pt>
    <dgm:pt modelId="{B076C0AD-925E-465A-85F2-A686276D9AE2}" type="pres">
      <dgm:prSet presAssocID="{717D124C-2D70-4BD2-B383-72DE315E39EB}" presName="connectorText" presStyleLbl="sibTrans1D1" presStyleIdx="0" presStyleCnt="6"/>
      <dgm:spPr/>
    </dgm:pt>
    <dgm:pt modelId="{5846E800-D9D5-41B5-8797-1ED65580425C}" type="pres">
      <dgm:prSet presAssocID="{46A1BE0E-5555-40DC-899D-27CEEE75E528}" presName="node" presStyleLbl="node1" presStyleIdx="1" presStyleCnt="7">
        <dgm:presLayoutVars>
          <dgm:bulletEnabled val="1"/>
        </dgm:presLayoutVars>
      </dgm:prSet>
      <dgm:spPr/>
    </dgm:pt>
    <dgm:pt modelId="{210730D3-D6E2-48D4-92BB-2804C105F6AA}" type="pres">
      <dgm:prSet presAssocID="{F5AC8FDA-3B30-4223-A91F-58F0699541FE}" presName="sibTrans" presStyleLbl="sibTrans1D1" presStyleIdx="1" presStyleCnt="6"/>
      <dgm:spPr/>
    </dgm:pt>
    <dgm:pt modelId="{2AF2673F-97EF-4223-BACC-BAF062D5E78D}" type="pres">
      <dgm:prSet presAssocID="{F5AC8FDA-3B30-4223-A91F-58F0699541FE}" presName="connectorText" presStyleLbl="sibTrans1D1" presStyleIdx="1" presStyleCnt="6"/>
      <dgm:spPr/>
    </dgm:pt>
    <dgm:pt modelId="{06398F83-1E69-47CF-85F9-DEB6240C2629}" type="pres">
      <dgm:prSet presAssocID="{81CC9679-587F-40FE-B72D-7FFB423CB382}" presName="node" presStyleLbl="node1" presStyleIdx="2" presStyleCnt="7">
        <dgm:presLayoutVars>
          <dgm:bulletEnabled val="1"/>
        </dgm:presLayoutVars>
      </dgm:prSet>
      <dgm:spPr/>
    </dgm:pt>
    <dgm:pt modelId="{14D09DF6-4876-4D71-A143-89563AF9B7D4}" type="pres">
      <dgm:prSet presAssocID="{F89D942B-2B84-485F-9EA0-8AAC1B611A12}" presName="sibTrans" presStyleLbl="sibTrans1D1" presStyleIdx="2" presStyleCnt="6"/>
      <dgm:spPr/>
    </dgm:pt>
    <dgm:pt modelId="{F7DC94E0-84D6-41A0-AD3A-68C8158AF95E}" type="pres">
      <dgm:prSet presAssocID="{F89D942B-2B84-485F-9EA0-8AAC1B611A12}" presName="connectorText" presStyleLbl="sibTrans1D1" presStyleIdx="2" presStyleCnt="6"/>
      <dgm:spPr/>
    </dgm:pt>
    <dgm:pt modelId="{9AEF37EF-FE24-4385-BA8F-A1E70F394CA9}" type="pres">
      <dgm:prSet presAssocID="{6FD87A57-B60C-45E7-B161-7F911A6DF25B}" presName="node" presStyleLbl="node1" presStyleIdx="3" presStyleCnt="7">
        <dgm:presLayoutVars>
          <dgm:bulletEnabled val="1"/>
        </dgm:presLayoutVars>
      </dgm:prSet>
      <dgm:spPr/>
    </dgm:pt>
    <dgm:pt modelId="{56D52DFD-DF9F-47F4-A5A3-EA538AE36730}" type="pres">
      <dgm:prSet presAssocID="{EF99D0DE-8C48-42A3-B1C6-F01916B74D58}" presName="sibTrans" presStyleLbl="sibTrans1D1" presStyleIdx="3" presStyleCnt="6"/>
      <dgm:spPr/>
    </dgm:pt>
    <dgm:pt modelId="{34C7F87D-650F-4AF7-8226-F2EF0297B538}" type="pres">
      <dgm:prSet presAssocID="{EF99D0DE-8C48-42A3-B1C6-F01916B74D58}" presName="connectorText" presStyleLbl="sibTrans1D1" presStyleIdx="3" presStyleCnt="6"/>
      <dgm:spPr/>
    </dgm:pt>
    <dgm:pt modelId="{CAD2A552-1E57-4954-AE1A-FFEDDB9BD5F5}" type="pres">
      <dgm:prSet presAssocID="{03195414-7DDA-45D7-A5D8-2A0978E7B2C6}" presName="node" presStyleLbl="node1" presStyleIdx="4" presStyleCnt="7">
        <dgm:presLayoutVars>
          <dgm:bulletEnabled val="1"/>
        </dgm:presLayoutVars>
      </dgm:prSet>
      <dgm:spPr/>
    </dgm:pt>
    <dgm:pt modelId="{296E5DB5-8EE1-45EF-8473-5E7DCCC6D1D4}" type="pres">
      <dgm:prSet presAssocID="{C5D27CF9-495F-4C5B-BD45-51365F3F987A}" presName="sibTrans" presStyleLbl="sibTrans1D1" presStyleIdx="4" presStyleCnt="6"/>
      <dgm:spPr/>
    </dgm:pt>
    <dgm:pt modelId="{C47120ED-F340-4006-AA7A-041C624CDFC1}" type="pres">
      <dgm:prSet presAssocID="{C5D27CF9-495F-4C5B-BD45-51365F3F987A}" presName="connectorText" presStyleLbl="sibTrans1D1" presStyleIdx="4" presStyleCnt="6"/>
      <dgm:spPr/>
    </dgm:pt>
    <dgm:pt modelId="{A4C6D848-CE0C-4876-A1F8-25482F704B72}" type="pres">
      <dgm:prSet presAssocID="{C2BBBC16-ACB0-4897-AE42-DE1A7DFCD2D5}" presName="node" presStyleLbl="node1" presStyleIdx="5" presStyleCnt="7">
        <dgm:presLayoutVars>
          <dgm:bulletEnabled val="1"/>
        </dgm:presLayoutVars>
      </dgm:prSet>
      <dgm:spPr/>
    </dgm:pt>
    <dgm:pt modelId="{AD42B335-15A9-4C55-B16E-7BCDC18EA601}" type="pres">
      <dgm:prSet presAssocID="{D9185DB3-B41E-420C-8B6D-9BD76F95BF13}" presName="sibTrans" presStyleLbl="sibTrans1D1" presStyleIdx="5" presStyleCnt="6"/>
      <dgm:spPr/>
    </dgm:pt>
    <dgm:pt modelId="{61AA950F-57BA-4E87-BD55-698893E6F43D}" type="pres">
      <dgm:prSet presAssocID="{D9185DB3-B41E-420C-8B6D-9BD76F95BF13}" presName="connectorText" presStyleLbl="sibTrans1D1" presStyleIdx="5" presStyleCnt="6"/>
      <dgm:spPr/>
    </dgm:pt>
    <dgm:pt modelId="{EF8CFDD0-E1E5-4564-B519-27D69615A51B}" type="pres">
      <dgm:prSet presAssocID="{79D3543A-4EFD-45B5-B14A-0CBDF1E564B3}" presName="node" presStyleLbl="node1" presStyleIdx="6" presStyleCnt="7">
        <dgm:presLayoutVars>
          <dgm:bulletEnabled val="1"/>
        </dgm:presLayoutVars>
      </dgm:prSet>
      <dgm:spPr/>
    </dgm:pt>
  </dgm:ptLst>
  <dgm:cxnLst>
    <dgm:cxn modelId="{B9760911-FE49-4811-966D-52F1D582C777}" type="presOf" srcId="{C5D27CF9-495F-4C5B-BD45-51365F3F987A}" destId="{C47120ED-F340-4006-AA7A-041C624CDFC1}" srcOrd="1" destOrd="0" presId="urn:microsoft.com/office/officeart/2016/7/layout/RepeatingBendingProcessNew"/>
    <dgm:cxn modelId="{9F96672B-CADE-4735-8B90-B344EDF7EE60}" type="presOf" srcId="{F87A6EE5-7865-4779-893D-82006918CFF0}" destId="{68F2F75B-3773-43FF-83C3-88420CA5713A}" srcOrd="0" destOrd="0" presId="urn:microsoft.com/office/officeart/2016/7/layout/RepeatingBendingProcessNew"/>
    <dgm:cxn modelId="{13E1F52F-893E-4E26-9F01-CB40E1381C7D}" type="presOf" srcId="{EF99D0DE-8C48-42A3-B1C6-F01916B74D58}" destId="{56D52DFD-DF9F-47F4-A5A3-EA538AE36730}" srcOrd="0" destOrd="0" presId="urn:microsoft.com/office/officeart/2016/7/layout/RepeatingBendingProcessNew"/>
    <dgm:cxn modelId="{ABB3B233-3A49-46F3-9B0E-2AFFCCB8B4A6}" srcId="{F87A6EE5-7865-4779-893D-82006918CFF0}" destId="{81CC9679-587F-40FE-B72D-7FFB423CB382}" srcOrd="2" destOrd="0" parTransId="{6A406933-A1A1-4022-9C92-BD0A4906D3C5}" sibTransId="{F89D942B-2B84-485F-9EA0-8AAC1B611A12}"/>
    <dgm:cxn modelId="{BD898A36-4E07-4643-AD57-6A8D177D1D34}" type="presOf" srcId="{717D124C-2D70-4BD2-B383-72DE315E39EB}" destId="{B076C0AD-925E-465A-85F2-A686276D9AE2}" srcOrd="1" destOrd="0" presId="urn:microsoft.com/office/officeart/2016/7/layout/RepeatingBendingProcessNew"/>
    <dgm:cxn modelId="{417FE65D-40EC-445E-AECB-FBAD1025352F}" type="presOf" srcId="{79D3543A-4EFD-45B5-B14A-0CBDF1E564B3}" destId="{EF8CFDD0-E1E5-4564-B519-27D69615A51B}" srcOrd="0" destOrd="0" presId="urn:microsoft.com/office/officeart/2016/7/layout/RepeatingBendingProcessNew"/>
    <dgm:cxn modelId="{DAFF705E-6960-485D-82A4-F669FB65C224}" type="presOf" srcId="{F89D942B-2B84-485F-9EA0-8AAC1B611A12}" destId="{14D09DF6-4876-4D71-A143-89563AF9B7D4}" srcOrd="0" destOrd="0" presId="urn:microsoft.com/office/officeart/2016/7/layout/RepeatingBendingProcessNew"/>
    <dgm:cxn modelId="{0B0E5747-35D7-4D10-AEE1-9BCD16CE130F}" srcId="{F87A6EE5-7865-4779-893D-82006918CFF0}" destId="{03195414-7DDA-45D7-A5D8-2A0978E7B2C6}" srcOrd="4" destOrd="0" parTransId="{0B360F03-23F0-4350-A13E-33F52254F89B}" sibTransId="{C5D27CF9-495F-4C5B-BD45-51365F3F987A}"/>
    <dgm:cxn modelId="{D481A86B-8B3D-4ACE-A18D-8A22836018F1}" type="presOf" srcId="{F5AC8FDA-3B30-4223-A91F-58F0699541FE}" destId="{210730D3-D6E2-48D4-92BB-2804C105F6AA}" srcOrd="0" destOrd="0" presId="urn:microsoft.com/office/officeart/2016/7/layout/RepeatingBendingProcessNew"/>
    <dgm:cxn modelId="{824A6B6C-B13B-465B-A9DF-A908181CEB79}" type="presOf" srcId="{F89D942B-2B84-485F-9EA0-8AAC1B611A12}" destId="{F7DC94E0-84D6-41A0-AD3A-68C8158AF95E}" srcOrd="1" destOrd="0" presId="urn:microsoft.com/office/officeart/2016/7/layout/RepeatingBendingProcessNew"/>
    <dgm:cxn modelId="{5BBA8276-F68D-4E00-9EB3-85F85A4F66B8}" type="presOf" srcId="{46A1BE0E-5555-40DC-899D-27CEEE75E528}" destId="{5846E800-D9D5-41B5-8797-1ED65580425C}" srcOrd="0" destOrd="0" presId="urn:microsoft.com/office/officeart/2016/7/layout/RepeatingBendingProcessNew"/>
    <dgm:cxn modelId="{0C844B5A-7547-409C-8F53-DAB6E330F202}" type="presOf" srcId="{81CC9679-587F-40FE-B72D-7FFB423CB382}" destId="{06398F83-1E69-47CF-85F9-DEB6240C2629}" srcOrd="0" destOrd="0" presId="urn:microsoft.com/office/officeart/2016/7/layout/RepeatingBendingProcessNew"/>
    <dgm:cxn modelId="{B5236582-0D2B-4BCD-9FA2-5DFB4DDA86C1}" type="presOf" srcId="{D9185DB3-B41E-420C-8B6D-9BD76F95BF13}" destId="{61AA950F-57BA-4E87-BD55-698893E6F43D}" srcOrd="1" destOrd="0" presId="urn:microsoft.com/office/officeart/2016/7/layout/RepeatingBendingProcessNew"/>
    <dgm:cxn modelId="{1A94568E-8CE5-4A18-B9E2-3F5FD2198404}" type="presOf" srcId="{717D124C-2D70-4BD2-B383-72DE315E39EB}" destId="{799AFF38-915D-4595-A0A6-F5C773765D33}" srcOrd="0" destOrd="0" presId="urn:microsoft.com/office/officeart/2016/7/layout/RepeatingBendingProcessNew"/>
    <dgm:cxn modelId="{9ECEAE9F-59C7-43C9-A793-A49D7DE87B55}" type="presOf" srcId="{038C728F-820D-416B-9A98-95AF2F11FC43}" destId="{47A4BA5E-B45B-4DDE-926A-2D40EB2425EC}" srcOrd="0" destOrd="0" presId="urn:microsoft.com/office/officeart/2016/7/layout/RepeatingBendingProcessNew"/>
    <dgm:cxn modelId="{1A0679B1-5366-4C94-813F-4C717B34C8AD}" type="presOf" srcId="{C2BBBC16-ACB0-4897-AE42-DE1A7DFCD2D5}" destId="{A4C6D848-CE0C-4876-A1F8-25482F704B72}" srcOrd="0" destOrd="0" presId="urn:microsoft.com/office/officeart/2016/7/layout/RepeatingBendingProcessNew"/>
    <dgm:cxn modelId="{10B498B6-DFCD-4F05-878B-3DCCDC9C312D}" type="presOf" srcId="{D9185DB3-B41E-420C-8B6D-9BD76F95BF13}" destId="{AD42B335-15A9-4C55-B16E-7BCDC18EA601}" srcOrd="0" destOrd="0" presId="urn:microsoft.com/office/officeart/2016/7/layout/RepeatingBendingProcessNew"/>
    <dgm:cxn modelId="{538149B9-0AC5-4901-A898-F957378DDB15}" type="presOf" srcId="{C5D27CF9-495F-4C5B-BD45-51365F3F987A}" destId="{296E5DB5-8EE1-45EF-8473-5E7DCCC6D1D4}" srcOrd="0" destOrd="0" presId="urn:microsoft.com/office/officeart/2016/7/layout/RepeatingBendingProcessNew"/>
    <dgm:cxn modelId="{54DD49CC-679B-4EB6-ADB7-E8A57C36E1A9}" type="presOf" srcId="{F5AC8FDA-3B30-4223-A91F-58F0699541FE}" destId="{2AF2673F-97EF-4223-BACC-BAF062D5E78D}" srcOrd="1" destOrd="0" presId="urn:microsoft.com/office/officeart/2016/7/layout/RepeatingBendingProcessNew"/>
    <dgm:cxn modelId="{B74E77CF-F563-46D0-B9FA-695B9C268F28}" type="presOf" srcId="{03195414-7DDA-45D7-A5D8-2A0978E7B2C6}" destId="{CAD2A552-1E57-4954-AE1A-FFEDDB9BD5F5}" srcOrd="0" destOrd="0" presId="urn:microsoft.com/office/officeart/2016/7/layout/RepeatingBendingProcessNew"/>
    <dgm:cxn modelId="{6A1D7DCF-50F8-4446-95BB-1AC64432F4C7}" type="presOf" srcId="{6FD87A57-B60C-45E7-B161-7F911A6DF25B}" destId="{9AEF37EF-FE24-4385-BA8F-A1E70F394CA9}" srcOrd="0" destOrd="0" presId="urn:microsoft.com/office/officeart/2016/7/layout/RepeatingBendingProcessNew"/>
    <dgm:cxn modelId="{B8B122D1-8CC9-40E8-901D-186BDAB598CC}" srcId="{F87A6EE5-7865-4779-893D-82006918CFF0}" destId="{C2BBBC16-ACB0-4897-AE42-DE1A7DFCD2D5}" srcOrd="5" destOrd="0" parTransId="{14B01883-6320-4B0E-BEF4-5AD6DAB541A7}" sibTransId="{D9185DB3-B41E-420C-8B6D-9BD76F95BF13}"/>
    <dgm:cxn modelId="{392ABFDD-DEB0-4545-9F2E-A05AF41F81BD}" srcId="{F87A6EE5-7865-4779-893D-82006918CFF0}" destId="{79D3543A-4EFD-45B5-B14A-0CBDF1E564B3}" srcOrd="6" destOrd="0" parTransId="{0DEF2A3C-D373-456F-B193-563FC98AE091}" sibTransId="{CA79D4DC-3E9F-49FA-ACC8-5A04AB38C73D}"/>
    <dgm:cxn modelId="{3516F7DF-2ED1-47F2-BB0C-2F21F020166D}" srcId="{F87A6EE5-7865-4779-893D-82006918CFF0}" destId="{6FD87A57-B60C-45E7-B161-7F911A6DF25B}" srcOrd="3" destOrd="0" parTransId="{A5B73E00-5278-46B9-9302-841F3735EC60}" sibTransId="{EF99D0DE-8C48-42A3-B1C6-F01916B74D58}"/>
    <dgm:cxn modelId="{A2FA1DE6-674E-4B12-A8AF-A955D9BCE28B}" srcId="{F87A6EE5-7865-4779-893D-82006918CFF0}" destId="{46A1BE0E-5555-40DC-899D-27CEEE75E528}" srcOrd="1" destOrd="0" parTransId="{70AEE441-77B6-47DE-85F5-4E843340DA94}" sibTransId="{F5AC8FDA-3B30-4223-A91F-58F0699541FE}"/>
    <dgm:cxn modelId="{43D7A2ED-9854-480C-A10D-D4F6953A8958}" srcId="{F87A6EE5-7865-4779-893D-82006918CFF0}" destId="{038C728F-820D-416B-9A98-95AF2F11FC43}" srcOrd="0" destOrd="0" parTransId="{41D56ACB-D169-4A99-A702-82BFCCDD73D2}" sibTransId="{717D124C-2D70-4BD2-B383-72DE315E39EB}"/>
    <dgm:cxn modelId="{C54970FA-3667-43C2-9371-4E6884A4FF48}" type="presOf" srcId="{EF99D0DE-8C48-42A3-B1C6-F01916B74D58}" destId="{34C7F87D-650F-4AF7-8226-F2EF0297B538}" srcOrd="1" destOrd="0" presId="urn:microsoft.com/office/officeart/2016/7/layout/RepeatingBendingProcessNew"/>
    <dgm:cxn modelId="{93C441FF-E192-493E-8FF3-8F1D51EA30A6}" type="presParOf" srcId="{68F2F75B-3773-43FF-83C3-88420CA5713A}" destId="{47A4BA5E-B45B-4DDE-926A-2D40EB2425EC}" srcOrd="0" destOrd="0" presId="urn:microsoft.com/office/officeart/2016/7/layout/RepeatingBendingProcessNew"/>
    <dgm:cxn modelId="{552D0FBE-19CC-4E46-BFD1-993972A90620}" type="presParOf" srcId="{68F2F75B-3773-43FF-83C3-88420CA5713A}" destId="{799AFF38-915D-4595-A0A6-F5C773765D33}" srcOrd="1" destOrd="0" presId="urn:microsoft.com/office/officeart/2016/7/layout/RepeatingBendingProcessNew"/>
    <dgm:cxn modelId="{371EC51B-6A84-4A5D-B3E8-4591BC802E61}" type="presParOf" srcId="{799AFF38-915D-4595-A0A6-F5C773765D33}" destId="{B076C0AD-925E-465A-85F2-A686276D9AE2}" srcOrd="0" destOrd="0" presId="urn:microsoft.com/office/officeart/2016/7/layout/RepeatingBendingProcessNew"/>
    <dgm:cxn modelId="{B7630E2C-07C0-41FF-B512-5D163E5685E3}" type="presParOf" srcId="{68F2F75B-3773-43FF-83C3-88420CA5713A}" destId="{5846E800-D9D5-41B5-8797-1ED65580425C}" srcOrd="2" destOrd="0" presId="urn:microsoft.com/office/officeart/2016/7/layout/RepeatingBendingProcessNew"/>
    <dgm:cxn modelId="{2D95740D-5981-4533-A692-64769F80C211}" type="presParOf" srcId="{68F2F75B-3773-43FF-83C3-88420CA5713A}" destId="{210730D3-D6E2-48D4-92BB-2804C105F6AA}" srcOrd="3" destOrd="0" presId="urn:microsoft.com/office/officeart/2016/7/layout/RepeatingBendingProcessNew"/>
    <dgm:cxn modelId="{A97B5788-05BB-476B-B7D6-C1179F683585}" type="presParOf" srcId="{210730D3-D6E2-48D4-92BB-2804C105F6AA}" destId="{2AF2673F-97EF-4223-BACC-BAF062D5E78D}" srcOrd="0" destOrd="0" presId="urn:microsoft.com/office/officeart/2016/7/layout/RepeatingBendingProcessNew"/>
    <dgm:cxn modelId="{63A0E38F-A6F2-4FF7-8A31-8A0CBDFC02AF}" type="presParOf" srcId="{68F2F75B-3773-43FF-83C3-88420CA5713A}" destId="{06398F83-1E69-47CF-85F9-DEB6240C2629}" srcOrd="4" destOrd="0" presId="urn:microsoft.com/office/officeart/2016/7/layout/RepeatingBendingProcessNew"/>
    <dgm:cxn modelId="{DFAE053F-8460-4940-B18D-59955562D438}" type="presParOf" srcId="{68F2F75B-3773-43FF-83C3-88420CA5713A}" destId="{14D09DF6-4876-4D71-A143-89563AF9B7D4}" srcOrd="5" destOrd="0" presId="urn:microsoft.com/office/officeart/2016/7/layout/RepeatingBendingProcessNew"/>
    <dgm:cxn modelId="{4544E98D-3B9F-4E96-8E3F-EC2556D6293D}" type="presParOf" srcId="{14D09DF6-4876-4D71-A143-89563AF9B7D4}" destId="{F7DC94E0-84D6-41A0-AD3A-68C8158AF95E}" srcOrd="0" destOrd="0" presId="urn:microsoft.com/office/officeart/2016/7/layout/RepeatingBendingProcessNew"/>
    <dgm:cxn modelId="{A74AECCC-9985-438C-93DA-47890F4F877E}" type="presParOf" srcId="{68F2F75B-3773-43FF-83C3-88420CA5713A}" destId="{9AEF37EF-FE24-4385-BA8F-A1E70F394CA9}" srcOrd="6" destOrd="0" presId="urn:microsoft.com/office/officeart/2016/7/layout/RepeatingBendingProcessNew"/>
    <dgm:cxn modelId="{CBF66F5E-0C44-4339-9740-7F113A758CCD}" type="presParOf" srcId="{68F2F75B-3773-43FF-83C3-88420CA5713A}" destId="{56D52DFD-DF9F-47F4-A5A3-EA538AE36730}" srcOrd="7" destOrd="0" presId="urn:microsoft.com/office/officeart/2016/7/layout/RepeatingBendingProcessNew"/>
    <dgm:cxn modelId="{814F4B93-6942-4B5E-9291-3ED2BFB30BDC}" type="presParOf" srcId="{56D52DFD-DF9F-47F4-A5A3-EA538AE36730}" destId="{34C7F87D-650F-4AF7-8226-F2EF0297B538}" srcOrd="0" destOrd="0" presId="urn:microsoft.com/office/officeart/2016/7/layout/RepeatingBendingProcessNew"/>
    <dgm:cxn modelId="{561B71A1-47A4-4A62-A3B6-5CE966EC3B24}" type="presParOf" srcId="{68F2F75B-3773-43FF-83C3-88420CA5713A}" destId="{CAD2A552-1E57-4954-AE1A-FFEDDB9BD5F5}" srcOrd="8" destOrd="0" presId="urn:microsoft.com/office/officeart/2016/7/layout/RepeatingBendingProcessNew"/>
    <dgm:cxn modelId="{60EA18E3-04DF-48E3-A7EE-DE420C285800}" type="presParOf" srcId="{68F2F75B-3773-43FF-83C3-88420CA5713A}" destId="{296E5DB5-8EE1-45EF-8473-5E7DCCC6D1D4}" srcOrd="9" destOrd="0" presId="urn:microsoft.com/office/officeart/2016/7/layout/RepeatingBendingProcessNew"/>
    <dgm:cxn modelId="{A534BB99-9633-42FE-8F96-BB66A8C6306A}" type="presParOf" srcId="{296E5DB5-8EE1-45EF-8473-5E7DCCC6D1D4}" destId="{C47120ED-F340-4006-AA7A-041C624CDFC1}" srcOrd="0" destOrd="0" presId="urn:microsoft.com/office/officeart/2016/7/layout/RepeatingBendingProcessNew"/>
    <dgm:cxn modelId="{68B8C04C-B401-49D4-A224-6A9E41870787}" type="presParOf" srcId="{68F2F75B-3773-43FF-83C3-88420CA5713A}" destId="{A4C6D848-CE0C-4876-A1F8-25482F704B72}" srcOrd="10" destOrd="0" presId="urn:microsoft.com/office/officeart/2016/7/layout/RepeatingBendingProcessNew"/>
    <dgm:cxn modelId="{B1174460-4A6D-4FE2-95B8-A982E1F5BDE8}" type="presParOf" srcId="{68F2F75B-3773-43FF-83C3-88420CA5713A}" destId="{AD42B335-15A9-4C55-B16E-7BCDC18EA601}" srcOrd="11" destOrd="0" presId="urn:microsoft.com/office/officeart/2016/7/layout/RepeatingBendingProcessNew"/>
    <dgm:cxn modelId="{3C2A088F-D21C-40F8-BC70-F660E338205F}" type="presParOf" srcId="{AD42B335-15A9-4C55-B16E-7BCDC18EA601}" destId="{61AA950F-57BA-4E87-BD55-698893E6F43D}" srcOrd="0" destOrd="0" presId="urn:microsoft.com/office/officeart/2016/7/layout/RepeatingBendingProcessNew"/>
    <dgm:cxn modelId="{142D5C5D-F135-40D0-813D-CBBE750EF903}" type="presParOf" srcId="{68F2F75B-3773-43FF-83C3-88420CA5713A}" destId="{EF8CFDD0-E1E5-4564-B519-27D69615A51B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D0161B1-0953-4E20-95FB-E61178B9B90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3C56EFD6-9D75-45CE-A81C-658EFD6FB0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https://www.luxelockshub.lk </a:t>
          </a:r>
        </a:p>
      </dgm:t>
    </dgm:pt>
    <dgm:pt modelId="{ABCE834B-4666-489F-A50F-B911BDD3AD44}" type="parTrans" cxnId="{F95557A5-F357-4A0F-B73F-FF0A8984CD6B}">
      <dgm:prSet/>
      <dgm:spPr/>
      <dgm:t>
        <a:bodyPr/>
        <a:lstStyle/>
        <a:p>
          <a:endParaRPr lang="en-US"/>
        </a:p>
      </dgm:t>
    </dgm:pt>
    <dgm:pt modelId="{3BC43AB0-483B-438C-8C15-2F85E485DA52}" type="sibTrans" cxnId="{F95557A5-F357-4A0F-B73F-FF0A8984CD6B}">
      <dgm:prSet/>
      <dgm:spPr/>
      <dgm:t>
        <a:bodyPr/>
        <a:lstStyle/>
        <a:p>
          <a:endParaRPr lang="en-US"/>
        </a:p>
      </dgm:t>
    </dgm:pt>
    <dgm:pt modelId="{7DE8EAFE-A382-43F6-8BFE-A291524858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•https://luxelockshub.s3.eu-north-1.amazonaws.com/CW-CLOUDCOMPUTING/index.html</a:t>
          </a:r>
        </a:p>
      </dgm:t>
    </dgm:pt>
    <dgm:pt modelId="{270D2BAC-604D-4B57-9A45-70CC761F169D}" type="parTrans" cxnId="{9D2BF187-3AEB-429C-8913-1E3108EC489F}">
      <dgm:prSet/>
      <dgm:spPr/>
      <dgm:t>
        <a:bodyPr/>
        <a:lstStyle/>
        <a:p>
          <a:endParaRPr lang="en-US"/>
        </a:p>
      </dgm:t>
    </dgm:pt>
    <dgm:pt modelId="{16D0575C-444F-44D4-A7DD-C112937D5F4D}" type="sibTrans" cxnId="{9D2BF187-3AEB-429C-8913-1E3108EC489F}">
      <dgm:prSet/>
      <dgm:spPr/>
      <dgm:t>
        <a:bodyPr/>
        <a:lstStyle/>
        <a:p>
          <a:endParaRPr lang="en-US"/>
        </a:p>
      </dgm:t>
    </dgm:pt>
    <dgm:pt modelId="{7E5254B3-092C-48E8-A2A4-7F9E21A06FB8}" type="pres">
      <dgm:prSet presAssocID="{6D0161B1-0953-4E20-95FB-E61178B9B900}" presName="root" presStyleCnt="0">
        <dgm:presLayoutVars>
          <dgm:dir/>
          <dgm:resizeHandles val="exact"/>
        </dgm:presLayoutVars>
      </dgm:prSet>
      <dgm:spPr/>
    </dgm:pt>
    <dgm:pt modelId="{63B8C8B9-36CF-4408-9920-3174EDEAFC5B}" type="pres">
      <dgm:prSet presAssocID="{3C56EFD6-9D75-45CE-A81C-658EFD6FB08B}" presName="compNode" presStyleCnt="0"/>
      <dgm:spPr/>
    </dgm:pt>
    <dgm:pt modelId="{BBB2B70C-F463-41BC-8D74-E22229228091}" type="pres">
      <dgm:prSet presAssocID="{3C56EFD6-9D75-45CE-A81C-658EFD6FB08B}" presName="bgRect" presStyleLbl="bgShp" presStyleIdx="0" presStyleCnt="2"/>
      <dgm:spPr/>
    </dgm:pt>
    <dgm:pt modelId="{47FCBD3B-17EB-4DA9-BA84-A35EFBC63CAE}" type="pres">
      <dgm:prSet presAssocID="{3C56EFD6-9D75-45CE-A81C-658EFD6FB08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1584FCB1-7EB2-426F-9873-21F1C8051795}" type="pres">
      <dgm:prSet presAssocID="{3C56EFD6-9D75-45CE-A81C-658EFD6FB08B}" presName="spaceRect" presStyleCnt="0"/>
      <dgm:spPr/>
    </dgm:pt>
    <dgm:pt modelId="{08F369A1-CA30-4ED6-9906-F1C33F4D13BC}" type="pres">
      <dgm:prSet presAssocID="{3C56EFD6-9D75-45CE-A81C-658EFD6FB08B}" presName="parTx" presStyleLbl="revTx" presStyleIdx="0" presStyleCnt="2">
        <dgm:presLayoutVars>
          <dgm:chMax val="0"/>
          <dgm:chPref val="0"/>
        </dgm:presLayoutVars>
      </dgm:prSet>
      <dgm:spPr/>
    </dgm:pt>
    <dgm:pt modelId="{8796839A-E141-458C-A6BF-C94754B63530}" type="pres">
      <dgm:prSet presAssocID="{3BC43AB0-483B-438C-8C15-2F85E485DA52}" presName="sibTrans" presStyleCnt="0"/>
      <dgm:spPr/>
    </dgm:pt>
    <dgm:pt modelId="{DD85A72C-6BAC-4611-8675-CCAA5B7A6A0C}" type="pres">
      <dgm:prSet presAssocID="{7DE8EAFE-A382-43F6-8BFE-A29152485874}" presName="compNode" presStyleCnt="0"/>
      <dgm:spPr/>
    </dgm:pt>
    <dgm:pt modelId="{BCCF13E0-65CF-4078-A486-17F05992C511}" type="pres">
      <dgm:prSet presAssocID="{7DE8EAFE-A382-43F6-8BFE-A29152485874}" presName="bgRect" presStyleLbl="bgShp" presStyleIdx="1" presStyleCnt="2"/>
      <dgm:spPr/>
    </dgm:pt>
    <dgm:pt modelId="{E97345D1-0292-4BF9-9C27-359FA37C7540}" type="pres">
      <dgm:prSet presAssocID="{7DE8EAFE-A382-43F6-8BFE-A2915248587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F40FFAF6-46AF-4B43-9042-966545BB578E}" type="pres">
      <dgm:prSet presAssocID="{7DE8EAFE-A382-43F6-8BFE-A29152485874}" presName="spaceRect" presStyleCnt="0"/>
      <dgm:spPr/>
    </dgm:pt>
    <dgm:pt modelId="{00C399E6-58A3-40B3-BF22-82B8B9ACE104}" type="pres">
      <dgm:prSet presAssocID="{7DE8EAFE-A382-43F6-8BFE-A29152485874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7F8CFA00-E3AB-473D-B1BB-0F3CDF9178C7}" type="presOf" srcId="{6D0161B1-0953-4E20-95FB-E61178B9B900}" destId="{7E5254B3-092C-48E8-A2A4-7F9E21A06FB8}" srcOrd="0" destOrd="0" presId="urn:microsoft.com/office/officeart/2018/2/layout/IconVerticalSolidList"/>
    <dgm:cxn modelId="{9D002303-1D94-4D76-84D7-D5F0BE80021D}" type="presOf" srcId="{7DE8EAFE-A382-43F6-8BFE-A29152485874}" destId="{00C399E6-58A3-40B3-BF22-82B8B9ACE104}" srcOrd="0" destOrd="0" presId="urn:microsoft.com/office/officeart/2018/2/layout/IconVerticalSolidList"/>
    <dgm:cxn modelId="{D169E609-D55C-477B-8232-B2A47488DFAD}" type="presOf" srcId="{3C56EFD6-9D75-45CE-A81C-658EFD6FB08B}" destId="{08F369A1-CA30-4ED6-9906-F1C33F4D13BC}" srcOrd="0" destOrd="0" presId="urn:microsoft.com/office/officeart/2018/2/layout/IconVerticalSolidList"/>
    <dgm:cxn modelId="{9D2BF187-3AEB-429C-8913-1E3108EC489F}" srcId="{6D0161B1-0953-4E20-95FB-E61178B9B900}" destId="{7DE8EAFE-A382-43F6-8BFE-A29152485874}" srcOrd="1" destOrd="0" parTransId="{270D2BAC-604D-4B57-9A45-70CC761F169D}" sibTransId="{16D0575C-444F-44D4-A7DD-C112937D5F4D}"/>
    <dgm:cxn modelId="{F95557A5-F357-4A0F-B73F-FF0A8984CD6B}" srcId="{6D0161B1-0953-4E20-95FB-E61178B9B900}" destId="{3C56EFD6-9D75-45CE-A81C-658EFD6FB08B}" srcOrd="0" destOrd="0" parTransId="{ABCE834B-4666-489F-A50F-B911BDD3AD44}" sibTransId="{3BC43AB0-483B-438C-8C15-2F85E485DA52}"/>
    <dgm:cxn modelId="{D9FAB0DC-E3E1-4CBB-82DC-14348300F950}" type="presParOf" srcId="{7E5254B3-092C-48E8-A2A4-7F9E21A06FB8}" destId="{63B8C8B9-36CF-4408-9920-3174EDEAFC5B}" srcOrd="0" destOrd="0" presId="urn:microsoft.com/office/officeart/2018/2/layout/IconVerticalSolidList"/>
    <dgm:cxn modelId="{0DC73783-AF81-44BB-8258-73CA236A5BFA}" type="presParOf" srcId="{63B8C8B9-36CF-4408-9920-3174EDEAFC5B}" destId="{BBB2B70C-F463-41BC-8D74-E22229228091}" srcOrd="0" destOrd="0" presId="urn:microsoft.com/office/officeart/2018/2/layout/IconVerticalSolidList"/>
    <dgm:cxn modelId="{A657E557-D799-480C-909A-FAE632B2B1CB}" type="presParOf" srcId="{63B8C8B9-36CF-4408-9920-3174EDEAFC5B}" destId="{47FCBD3B-17EB-4DA9-BA84-A35EFBC63CAE}" srcOrd="1" destOrd="0" presId="urn:microsoft.com/office/officeart/2018/2/layout/IconVerticalSolidList"/>
    <dgm:cxn modelId="{40C9A019-A537-4ACA-9BC8-AAE6625EEC41}" type="presParOf" srcId="{63B8C8B9-36CF-4408-9920-3174EDEAFC5B}" destId="{1584FCB1-7EB2-426F-9873-21F1C8051795}" srcOrd="2" destOrd="0" presId="urn:microsoft.com/office/officeart/2018/2/layout/IconVerticalSolidList"/>
    <dgm:cxn modelId="{54028B82-170E-4D02-B185-9D04F079CE0D}" type="presParOf" srcId="{63B8C8B9-36CF-4408-9920-3174EDEAFC5B}" destId="{08F369A1-CA30-4ED6-9906-F1C33F4D13BC}" srcOrd="3" destOrd="0" presId="urn:microsoft.com/office/officeart/2018/2/layout/IconVerticalSolidList"/>
    <dgm:cxn modelId="{C4B73ACA-79F7-4BFD-A7AD-837CF3FEA7C2}" type="presParOf" srcId="{7E5254B3-092C-48E8-A2A4-7F9E21A06FB8}" destId="{8796839A-E141-458C-A6BF-C94754B63530}" srcOrd="1" destOrd="0" presId="urn:microsoft.com/office/officeart/2018/2/layout/IconVerticalSolidList"/>
    <dgm:cxn modelId="{0E9C22AD-D407-40A4-800F-1FEE23DF4994}" type="presParOf" srcId="{7E5254B3-092C-48E8-A2A4-7F9E21A06FB8}" destId="{DD85A72C-6BAC-4611-8675-CCAA5B7A6A0C}" srcOrd="2" destOrd="0" presId="urn:microsoft.com/office/officeart/2018/2/layout/IconVerticalSolidList"/>
    <dgm:cxn modelId="{333B9C73-7A26-4B09-BC92-EF3A63D5F7BE}" type="presParOf" srcId="{DD85A72C-6BAC-4611-8675-CCAA5B7A6A0C}" destId="{BCCF13E0-65CF-4078-A486-17F05992C511}" srcOrd="0" destOrd="0" presId="urn:microsoft.com/office/officeart/2018/2/layout/IconVerticalSolidList"/>
    <dgm:cxn modelId="{0D265D84-5A06-4DE1-879C-213FACB47F9C}" type="presParOf" srcId="{DD85A72C-6BAC-4611-8675-CCAA5B7A6A0C}" destId="{E97345D1-0292-4BF9-9C27-359FA37C7540}" srcOrd="1" destOrd="0" presId="urn:microsoft.com/office/officeart/2018/2/layout/IconVerticalSolidList"/>
    <dgm:cxn modelId="{3BD3C177-B368-441D-AD51-B83AF67D2508}" type="presParOf" srcId="{DD85A72C-6BAC-4611-8675-CCAA5B7A6A0C}" destId="{F40FFAF6-46AF-4B43-9042-966545BB578E}" srcOrd="2" destOrd="0" presId="urn:microsoft.com/office/officeart/2018/2/layout/IconVerticalSolidList"/>
    <dgm:cxn modelId="{6302C5E3-9204-42CA-8C11-FF292FAC3210}" type="presParOf" srcId="{DD85A72C-6BAC-4611-8675-CCAA5B7A6A0C}" destId="{00C399E6-58A3-40B3-BF22-82B8B9ACE10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6D61D5F-3BFD-4F3E-A9B6-2DB3CD1BA4F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6552A8C-0F21-45F8-84A5-DC911CEF43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Used Free Tier (t2.micro, minimal RDS)</a:t>
          </a:r>
        </a:p>
      </dgm:t>
    </dgm:pt>
    <dgm:pt modelId="{F173899C-21F1-4EF6-86B9-793BF2899A78}" type="parTrans" cxnId="{99DD4765-5671-4E37-A27D-7B88219CFDD7}">
      <dgm:prSet/>
      <dgm:spPr/>
      <dgm:t>
        <a:bodyPr/>
        <a:lstStyle/>
        <a:p>
          <a:endParaRPr lang="en-US"/>
        </a:p>
      </dgm:t>
    </dgm:pt>
    <dgm:pt modelId="{033F34CA-A060-4499-BDFA-5D9E5FF6AE2C}" type="sibTrans" cxnId="{99DD4765-5671-4E37-A27D-7B88219CFDD7}">
      <dgm:prSet/>
      <dgm:spPr/>
      <dgm:t>
        <a:bodyPr/>
        <a:lstStyle/>
        <a:p>
          <a:endParaRPr lang="en-US"/>
        </a:p>
      </dgm:t>
    </dgm:pt>
    <dgm:pt modelId="{2B624ABF-85B0-4A55-A317-1FBC5FB5D4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Database on RDS </a:t>
          </a:r>
        </a:p>
      </dgm:t>
    </dgm:pt>
    <dgm:pt modelId="{F284F724-1CDA-4F32-91D6-163663A0574F}" type="parTrans" cxnId="{4A5F0F93-2640-4501-8DD4-E970DD9B689B}">
      <dgm:prSet/>
      <dgm:spPr/>
      <dgm:t>
        <a:bodyPr/>
        <a:lstStyle/>
        <a:p>
          <a:endParaRPr lang="en-US"/>
        </a:p>
      </dgm:t>
    </dgm:pt>
    <dgm:pt modelId="{90CAB607-4668-43B5-A4ED-7C0B5AB97A7B}" type="sibTrans" cxnId="{4A5F0F93-2640-4501-8DD4-E970DD9B689B}">
      <dgm:prSet/>
      <dgm:spPr/>
      <dgm:t>
        <a:bodyPr/>
        <a:lstStyle/>
        <a:p>
          <a:endParaRPr lang="en-US"/>
        </a:p>
      </dgm:t>
    </dgm:pt>
    <dgm:pt modelId="{E662D3F8-F3E9-4B14-B691-779DAE6EC2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Plan for monitoring with CloudWatch</a:t>
          </a:r>
        </a:p>
      </dgm:t>
    </dgm:pt>
    <dgm:pt modelId="{E901E968-B455-4504-8A1A-E8B85EC011F7}" type="parTrans" cxnId="{B3BEEFCD-93AD-4C25-8C1D-9D4918CB2D80}">
      <dgm:prSet/>
      <dgm:spPr/>
      <dgm:t>
        <a:bodyPr/>
        <a:lstStyle/>
        <a:p>
          <a:endParaRPr lang="en-US"/>
        </a:p>
      </dgm:t>
    </dgm:pt>
    <dgm:pt modelId="{C6911BBB-C1BA-4519-8564-7A234E9941B4}" type="sibTrans" cxnId="{B3BEEFCD-93AD-4C25-8C1D-9D4918CB2D80}">
      <dgm:prSet/>
      <dgm:spPr/>
      <dgm:t>
        <a:bodyPr/>
        <a:lstStyle/>
        <a:p>
          <a:endParaRPr lang="en-US"/>
        </a:p>
      </dgm:t>
    </dgm:pt>
    <dgm:pt modelId="{AAC56CA2-A779-492B-B83B-678A3484E490}" type="pres">
      <dgm:prSet presAssocID="{26D61D5F-3BFD-4F3E-A9B6-2DB3CD1BA4FB}" presName="root" presStyleCnt="0">
        <dgm:presLayoutVars>
          <dgm:dir/>
          <dgm:resizeHandles val="exact"/>
        </dgm:presLayoutVars>
      </dgm:prSet>
      <dgm:spPr/>
    </dgm:pt>
    <dgm:pt modelId="{5FBD7FFE-72D5-4F85-966C-87B27AF498A3}" type="pres">
      <dgm:prSet presAssocID="{E6552A8C-0F21-45F8-84A5-DC911CEF43FA}" presName="compNode" presStyleCnt="0"/>
      <dgm:spPr/>
    </dgm:pt>
    <dgm:pt modelId="{41DC2534-8504-43AE-94DC-968F0F0B6382}" type="pres">
      <dgm:prSet presAssocID="{E6552A8C-0F21-45F8-84A5-DC911CEF43FA}" presName="bgRect" presStyleLbl="bgShp" presStyleIdx="0" presStyleCnt="3"/>
      <dgm:spPr/>
    </dgm:pt>
    <dgm:pt modelId="{F067F626-3222-4FA6-8167-07AE619DBA38}" type="pres">
      <dgm:prSet presAssocID="{E6552A8C-0F21-45F8-84A5-DC911CEF43F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BCEAD443-7200-40C9-8F02-66A63DD8A822}" type="pres">
      <dgm:prSet presAssocID="{E6552A8C-0F21-45F8-84A5-DC911CEF43FA}" presName="spaceRect" presStyleCnt="0"/>
      <dgm:spPr/>
    </dgm:pt>
    <dgm:pt modelId="{453826F5-CC44-4610-9491-5C4AD07BDA7B}" type="pres">
      <dgm:prSet presAssocID="{E6552A8C-0F21-45F8-84A5-DC911CEF43FA}" presName="parTx" presStyleLbl="revTx" presStyleIdx="0" presStyleCnt="3">
        <dgm:presLayoutVars>
          <dgm:chMax val="0"/>
          <dgm:chPref val="0"/>
        </dgm:presLayoutVars>
      </dgm:prSet>
      <dgm:spPr/>
    </dgm:pt>
    <dgm:pt modelId="{0C93ED08-A07D-4286-A944-62D9735F4DFB}" type="pres">
      <dgm:prSet presAssocID="{033F34CA-A060-4499-BDFA-5D9E5FF6AE2C}" presName="sibTrans" presStyleCnt="0"/>
      <dgm:spPr/>
    </dgm:pt>
    <dgm:pt modelId="{D74DCD68-F289-4B87-8247-99FB8FBDC973}" type="pres">
      <dgm:prSet presAssocID="{2B624ABF-85B0-4A55-A317-1FBC5FB5D4EE}" presName="compNode" presStyleCnt="0"/>
      <dgm:spPr/>
    </dgm:pt>
    <dgm:pt modelId="{61CA01E6-8069-40E9-A5B9-95A0228F1D08}" type="pres">
      <dgm:prSet presAssocID="{2B624ABF-85B0-4A55-A317-1FBC5FB5D4EE}" presName="bgRect" presStyleLbl="bgShp" presStyleIdx="1" presStyleCnt="3"/>
      <dgm:spPr/>
    </dgm:pt>
    <dgm:pt modelId="{475D47EE-2EF2-4713-A1DD-FB10D4B0FE8B}" type="pres">
      <dgm:prSet presAssocID="{2B624ABF-85B0-4A55-A317-1FBC5FB5D4E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374CF76-9CD8-446A-AAEE-9207FE4D37A5}" type="pres">
      <dgm:prSet presAssocID="{2B624ABF-85B0-4A55-A317-1FBC5FB5D4EE}" presName="spaceRect" presStyleCnt="0"/>
      <dgm:spPr/>
    </dgm:pt>
    <dgm:pt modelId="{370B6F20-0A4B-4EB9-8039-97CC445FD8E2}" type="pres">
      <dgm:prSet presAssocID="{2B624ABF-85B0-4A55-A317-1FBC5FB5D4EE}" presName="parTx" presStyleLbl="revTx" presStyleIdx="1" presStyleCnt="3">
        <dgm:presLayoutVars>
          <dgm:chMax val="0"/>
          <dgm:chPref val="0"/>
        </dgm:presLayoutVars>
      </dgm:prSet>
      <dgm:spPr/>
    </dgm:pt>
    <dgm:pt modelId="{340513EF-34D6-4D5B-9665-66B6183E94DC}" type="pres">
      <dgm:prSet presAssocID="{90CAB607-4668-43B5-A4ED-7C0B5AB97A7B}" presName="sibTrans" presStyleCnt="0"/>
      <dgm:spPr/>
    </dgm:pt>
    <dgm:pt modelId="{8A73870D-D9DA-44D0-95B0-80A04FF8ED8D}" type="pres">
      <dgm:prSet presAssocID="{E662D3F8-F3E9-4B14-B691-779DAE6EC2DC}" presName="compNode" presStyleCnt="0"/>
      <dgm:spPr/>
    </dgm:pt>
    <dgm:pt modelId="{970A6C67-7D62-4CFB-A87B-E0E467488D65}" type="pres">
      <dgm:prSet presAssocID="{E662D3F8-F3E9-4B14-B691-779DAE6EC2DC}" presName="bgRect" presStyleLbl="bgShp" presStyleIdx="2" presStyleCnt="3"/>
      <dgm:spPr/>
    </dgm:pt>
    <dgm:pt modelId="{096035F7-9E27-482B-9403-8650B53B45B1}" type="pres">
      <dgm:prSet presAssocID="{E662D3F8-F3E9-4B14-B691-779DAE6EC2D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1F143B13-B8F1-4137-8B49-8A17C125A16A}" type="pres">
      <dgm:prSet presAssocID="{E662D3F8-F3E9-4B14-B691-779DAE6EC2DC}" presName="spaceRect" presStyleCnt="0"/>
      <dgm:spPr/>
    </dgm:pt>
    <dgm:pt modelId="{8DF7B8FD-C9AA-45B5-983C-D37315D22555}" type="pres">
      <dgm:prSet presAssocID="{E662D3F8-F3E9-4B14-B691-779DAE6EC2D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8F2F21C-14B1-49E6-9423-0995DA62CCDF}" type="presOf" srcId="{2B624ABF-85B0-4A55-A317-1FBC5FB5D4EE}" destId="{370B6F20-0A4B-4EB9-8039-97CC445FD8E2}" srcOrd="0" destOrd="0" presId="urn:microsoft.com/office/officeart/2018/2/layout/IconVerticalSolidList"/>
    <dgm:cxn modelId="{BFD6D132-EAA2-4323-9659-DC971DE3625E}" type="presOf" srcId="{26D61D5F-3BFD-4F3E-A9B6-2DB3CD1BA4FB}" destId="{AAC56CA2-A779-492B-B83B-678A3484E490}" srcOrd="0" destOrd="0" presId="urn:microsoft.com/office/officeart/2018/2/layout/IconVerticalSolidList"/>
    <dgm:cxn modelId="{99DD4765-5671-4E37-A27D-7B88219CFDD7}" srcId="{26D61D5F-3BFD-4F3E-A9B6-2DB3CD1BA4FB}" destId="{E6552A8C-0F21-45F8-84A5-DC911CEF43FA}" srcOrd="0" destOrd="0" parTransId="{F173899C-21F1-4EF6-86B9-793BF2899A78}" sibTransId="{033F34CA-A060-4499-BDFA-5D9E5FF6AE2C}"/>
    <dgm:cxn modelId="{4A5F0F93-2640-4501-8DD4-E970DD9B689B}" srcId="{26D61D5F-3BFD-4F3E-A9B6-2DB3CD1BA4FB}" destId="{2B624ABF-85B0-4A55-A317-1FBC5FB5D4EE}" srcOrd="1" destOrd="0" parTransId="{F284F724-1CDA-4F32-91D6-163663A0574F}" sibTransId="{90CAB607-4668-43B5-A4ED-7C0B5AB97A7B}"/>
    <dgm:cxn modelId="{89043EAC-AB59-4B88-9D55-C3CADECB73CB}" type="presOf" srcId="{E662D3F8-F3E9-4B14-B691-779DAE6EC2DC}" destId="{8DF7B8FD-C9AA-45B5-983C-D37315D22555}" srcOrd="0" destOrd="0" presId="urn:microsoft.com/office/officeart/2018/2/layout/IconVerticalSolidList"/>
    <dgm:cxn modelId="{B3BEEFCD-93AD-4C25-8C1D-9D4918CB2D80}" srcId="{26D61D5F-3BFD-4F3E-A9B6-2DB3CD1BA4FB}" destId="{E662D3F8-F3E9-4B14-B691-779DAE6EC2DC}" srcOrd="2" destOrd="0" parTransId="{E901E968-B455-4504-8A1A-E8B85EC011F7}" sibTransId="{C6911BBB-C1BA-4519-8564-7A234E9941B4}"/>
    <dgm:cxn modelId="{E479A5EC-2E03-4EDC-9DDA-2BEFB4F90973}" type="presOf" srcId="{E6552A8C-0F21-45F8-84A5-DC911CEF43FA}" destId="{453826F5-CC44-4610-9491-5C4AD07BDA7B}" srcOrd="0" destOrd="0" presId="urn:microsoft.com/office/officeart/2018/2/layout/IconVerticalSolidList"/>
    <dgm:cxn modelId="{6E1F8834-CF6A-49BE-B138-B0B5857BF45D}" type="presParOf" srcId="{AAC56CA2-A779-492B-B83B-678A3484E490}" destId="{5FBD7FFE-72D5-4F85-966C-87B27AF498A3}" srcOrd="0" destOrd="0" presId="urn:microsoft.com/office/officeart/2018/2/layout/IconVerticalSolidList"/>
    <dgm:cxn modelId="{EABF9730-3216-41B4-A229-AAF627AD9CB5}" type="presParOf" srcId="{5FBD7FFE-72D5-4F85-966C-87B27AF498A3}" destId="{41DC2534-8504-43AE-94DC-968F0F0B6382}" srcOrd="0" destOrd="0" presId="urn:microsoft.com/office/officeart/2018/2/layout/IconVerticalSolidList"/>
    <dgm:cxn modelId="{D59A7C88-B06B-4F21-8D81-292850504223}" type="presParOf" srcId="{5FBD7FFE-72D5-4F85-966C-87B27AF498A3}" destId="{F067F626-3222-4FA6-8167-07AE619DBA38}" srcOrd="1" destOrd="0" presId="urn:microsoft.com/office/officeart/2018/2/layout/IconVerticalSolidList"/>
    <dgm:cxn modelId="{20524DBA-FA6E-4C66-B6A7-FF9B71653DAA}" type="presParOf" srcId="{5FBD7FFE-72D5-4F85-966C-87B27AF498A3}" destId="{BCEAD443-7200-40C9-8F02-66A63DD8A822}" srcOrd="2" destOrd="0" presId="urn:microsoft.com/office/officeart/2018/2/layout/IconVerticalSolidList"/>
    <dgm:cxn modelId="{4342B258-E022-44BA-A773-07DCE0BE7DF5}" type="presParOf" srcId="{5FBD7FFE-72D5-4F85-966C-87B27AF498A3}" destId="{453826F5-CC44-4610-9491-5C4AD07BDA7B}" srcOrd="3" destOrd="0" presId="urn:microsoft.com/office/officeart/2018/2/layout/IconVerticalSolidList"/>
    <dgm:cxn modelId="{FE28C980-3AD4-4BF5-A2A8-D1B4D15FAF88}" type="presParOf" srcId="{AAC56CA2-A779-492B-B83B-678A3484E490}" destId="{0C93ED08-A07D-4286-A944-62D9735F4DFB}" srcOrd="1" destOrd="0" presId="urn:microsoft.com/office/officeart/2018/2/layout/IconVerticalSolidList"/>
    <dgm:cxn modelId="{691714CE-A229-41DE-BE97-8C5632155592}" type="presParOf" srcId="{AAC56CA2-A779-492B-B83B-678A3484E490}" destId="{D74DCD68-F289-4B87-8247-99FB8FBDC973}" srcOrd="2" destOrd="0" presId="urn:microsoft.com/office/officeart/2018/2/layout/IconVerticalSolidList"/>
    <dgm:cxn modelId="{079505E8-4134-4589-B19B-8A9D94E5060B}" type="presParOf" srcId="{D74DCD68-F289-4B87-8247-99FB8FBDC973}" destId="{61CA01E6-8069-40E9-A5B9-95A0228F1D08}" srcOrd="0" destOrd="0" presId="urn:microsoft.com/office/officeart/2018/2/layout/IconVerticalSolidList"/>
    <dgm:cxn modelId="{444F7CF4-81BC-45FA-9F17-40BA4F7F3AA7}" type="presParOf" srcId="{D74DCD68-F289-4B87-8247-99FB8FBDC973}" destId="{475D47EE-2EF2-4713-A1DD-FB10D4B0FE8B}" srcOrd="1" destOrd="0" presId="urn:microsoft.com/office/officeart/2018/2/layout/IconVerticalSolidList"/>
    <dgm:cxn modelId="{2BF8B3AE-9EEE-4EC9-870F-88087CEF9277}" type="presParOf" srcId="{D74DCD68-F289-4B87-8247-99FB8FBDC973}" destId="{F374CF76-9CD8-446A-AAEE-9207FE4D37A5}" srcOrd="2" destOrd="0" presId="urn:microsoft.com/office/officeart/2018/2/layout/IconVerticalSolidList"/>
    <dgm:cxn modelId="{52DD7A69-414C-421F-BE92-A50A3FFF9290}" type="presParOf" srcId="{D74DCD68-F289-4B87-8247-99FB8FBDC973}" destId="{370B6F20-0A4B-4EB9-8039-97CC445FD8E2}" srcOrd="3" destOrd="0" presId="urn:microsoft.com/office/officeart/2018/2/layout/IconVerticalSolidList"/>
    <dgm:cxn modelId="{A14FB255-DF8D-4C61-8FF4-E4AB83E13B8A}" type="presParOf" srcId="{AAC56CA2-A779-492B-B83B-678A3484E490}" destId="{340513EF-34D6-4D5B-9665-66B6183E94DC}" srcOrd="3" destOrd="0" presId="urn:microsoft.com/office/officeart/2018/2/layout/IconVerticalSolidList"/>
    <dgm:cxn modelId="{87DD9417-5351-4683-8198-06C4799AC8C8}" type="presParOf" srcId="{AAC56CA2-A779-492B-B83B-678A3484E490}" destId="{8A73870D-D9DA-44D0-95B0-80A04FF8ED8D}" srcOrd="4" destOrd="0" presId="urn:microsoft.com/office/officeart/2018/2/layout/IconVerticalSolidList"/>
    <dgm:cxn modelId="{4AC55C74-1FCE-4619-BEC8-AD1579E34A37}" type="presParOf" srcId="{8A73870D-D9DA-44D0-95B0-80A04FF8ED8D}" destId="{970A6C67-7D62-4CFB-A87B-E0E467488D65}" srcOrd="0" destOrd="0" presId="urn:microsoft.com/office/officeart/2018/2/layout/IconVerticalSolidList"/>
    <dgm:cxn modelId="{7569E397-9D91-4F2D-BDD1-CF5A8671272C}" type="presParOf" srcId="{8A73870D-D9DA-44D0-95B0-80A04FF8ED8D}" destId="{096035F7-9E27-482B-9403-8650B53B45B1}" srcOrd="1" destOrd="0" presId="urn:microsoft.com/office/officeart/2018/2/layout/IconVerticalSolidList"/>
    <dgm:cxn modelId="{398FCBFB-B8E9-41C7-924E-5E5BCB7CBE34}" type="presParOf" srcId="{8A73870D-D9DA-44D0-95B0-80A04FF8ED8D}" destId="{1F143B13-B8F1-4137-8B49-8A17C125A16A}" srcOrd="2" destOrd="0" presId="urn:microsoft.com/office/officeart/2018/2/layout/IconVerticalSolidList"/>
    <dgm:cxn modelId="{27B0D42E-D518-4340-8987-4A00F5A7821A}" type="presParOf" srcId="{8A73870D-D9DA-44D0-95B0-80A04FF8ED8D}" destId="{8DF7B8FD-C9AA-45B5-983C-D37315D2255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CE204B1-6120-4814-8CB5-87285EA46A3C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825C660-8436-4244-A604-5D9D10226F9A}">
      <dgm:prSet/>
      <dgm:spPr/>
      <dgm:t>
        <a:bodyPr/>
        <a:lstStyle/>
        <a:p>
          <a:pPr rtl="0"/>
          <a:r>
            <a:rPr lang="en-US"/>
            <a:t>• </a:t>
          </a:r>
          <a:r>
            <a:rPr lang="en-US">
              <a:solidFill>
                <a:srgbClr val="000000"/>
              </a:solidFill>
              <a:latin typeface="Aptos"/>
            </a:rPr>
            <a:t>Advanced Security Enhancement</a:t>
          </a:r>
        </a:p>
      </dgm:t>
    </dgm:pt>
    <dgm:pt modelId="{D0D12718-4D77-4732-AD05-5134E70286EA}" type="parTrans" cxnId="{ADE1194C-CA11-4ECF-8684-A10D25501B28}">
      <dgm:prSet/>
      <dgm:spPr/>
      <dgm:t>
        <a:bodyPr/>
        <a:lstStyle/>
        <a:p>
          <a:endParaRPr lang="en-US"/>
        </a:p>
      </dgm:t>
    </dgm:pt>
    <dgm:pt modelId="{8305206E-3F02-4F57-A9D5-FBE86A8C6501}" type="sibTrans" cxnId="{ADE1194C-CA11-4ECF-8684-A10D25501B28}">
      <dgm:prSet/>
      <dgm:spPr/>
      <dgm:t>
        <a:bodyPr/>
        <a:lstStyle/>
        <a:p>
          <a:endParaRPr lang="en-US"/>
        </a:p>
      </dgm:t>
    </dgm:pt>
    <dgm:pt modelId="{20615C6A-8798-42C6-BFA7-FC467CE81704}">
      <dgm:prSet/>
      <dgm:spPr/>
      <dgm:t>
        <a:bodyPr/>
        <a:lstStyle/>
        <a:p>
          <a:pPr rtl="0"/>
          <a:r>
            <a:rPr lang="en-US"/>
            <a:t>• </a:t>
          </a:r>
          <a:r>
            <a:rPr lang="en-US">
              <a:solidFill>
                <a:srgbClr val="000000"/>
              </a:solidFill>
              <a:latin typeface="Aptos"/>
            </a:rPr>
            <a:t>User Analytics and Reporting</a:t>
          </a:r>
        </a:p>
      </dgm:t>
    </dgm:pt>
    <dgm:pt modelId="{2A811ABA-851B-434C-80A8-407B13C0DFFE}" type="parTrans" cxnId="{F3490925-AA17-438C-A69F-B26C0A2C7939}">
      <dgm:prSet/>
      <dgm:spPr/>
      <dgm:t>
        <a:bodyPr/>
        <a:lstStyle/>
        <a:p>
          <a:endParaRPr lang="en-US"/>
        </a:p>
      </dgm:t>
    </dgm:pt>
    <dgm:pt modelId="{AE8C257F-3BE4-4488-A296-E4D51AB5D169}" type="sibTrans" cxnId="{F3490925-AA17-438C-A69F-B26C0A2C7939}">
      <dgm:prSet/>
      <dgm:spPr/>
      <dgm:t>
        <a:bodyPr/>
        <a:lstStyle/>
        <a:p>
          <a:endParaRPr lang="en-US"/>
        </a:p>
      </dgm:t>
    </dgm:pt>
    <dgm:pt modelId="{C52B4B4F-E044-4542-B00D-E4E7D5221A8C}">
      <dgm:prSet phldr="0"/>
      <dgm:spPr/>
      <dgm:t>
        <a:bodyPr/>
        <a:lstStyle/>
        <a:p>
          <a:pPr rtl="0"/>
          <a:r>
            <a:rPr lang="en-US"/>
            <a:t>• </a:t>
          </a:r>
          <a:r>
            <a:rPr lang="en-US">
              <a:solidFill>
                <a:srgbClr val="000000"/>
              </a:solidFill>
              <a:latin typeface="Aptos"/>
            </a:rPr>
            <a:t>Automated Cost Control &amp; Optimization</a:t>
          </a:r>
        </a:p>
      </dgm:t>
    </dgm:pt>
    <dgm:pt modelId="{552CCD71-D6CD-4D78-83AE-E49FD3DEA65F}" type="parTrans" cxnId="{1894E804-1F07-40C1-AE09-E511C56F13A3}">
      <dgm:prSet/>
      <dgm:spPr/>
    </dgm:pt>
    <dgm:pt modelId="{4628E4F0-F30F-40F3-9891-9A4028622272}" type="sibTrans" cxnId="{1894E804-1F07-40C1-AE09-E511C56F13A3}">
      <dgm:prSet/>
      <dgm:spPr/>
    </dgm:pt>
    <dgm:pt modelId="{3468A296-3216-4236-B178-E125089E1AAE}" type="pres">
      <dgm:prSet presAssocID="{7CE204B1-6120-4814-8CB5-87285EA46A3C}" presName="linear" presStyleCnt="0">
        <dgm:presLayoutVars>
          <dgm:dir/>
          <dgm:animLvl val="lvl"/>
          <dgm:resizeHandles val="exact"/>
        </dgm:presLayoutVars>
      </dgm:prSet>
      <dgm:spPr/>
    </dgm:pt>
    <dgm:pt modelId="{96598EF1-394E-4AE3-ADF0-EC5E49238163}" type="pres">
      <dgm:prSet presAssocID="{E825C660-8436-4244-A604-5D9D10226F9A}" presName="parentLin" presStyleCnt="0"/>
      <dgm:spPr/>
    </dgm:pt>
    <dgm:pt modelId="{E47B2AF9-2F54-4952-8515-0BB02E567EFC}" type="pres">
      <dgm:prSet presAssocID="{E825C660-8436-4244-A604-5D9D10226F9A}" presName="parentLeftMargin" presStyleLbl="node1" presStyleIdx="0" presStyleCnt="3"/>
      <dgm:spPr/>
    </dgm:pt>
    <dgm:pt modelId="{879D6326-2D74-4254-BC12-5C197D633B73}" type="pres">
      <dgm:prSet presAssocID="{E825C660-8436-4244-A604-5D9D10226F9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456577A-F1A1-45E5-9568-86E69A370D6F}" type="pres">
      <dgm:prSet presAssocID="{E825C660-8436-4244-A604-5D9D10226F9A}" presName="negativeSpace" presStyleCnt="0"/>
      <dgm:spPr/>
    </dgm:pt>
    <dgm:pt modelId="{F75ED9F7-FD04-4471-938C-66E2B81B73FA}" type="pres">
      <dgm:prSet presAssocID="{E825C660-8436-4244-A604-5D9D10226F9A}" presName="childText" presStyleLbl="conFgAcc1" presStyleIdx="0" presStyleCnt="3">
        <dgm:presLayoutVars>
          <dgm:bulletEnabled val="1"/>
        </dgm:presLayoutVars>
      </dgm:prSet>
      <dgm:spPr/>
    </dgm:pt>
    <dgm:pt modelId="{A9A0D926-A4D9-44F5-9CFE-F0107EE9335E}" type="pres">
      <dgm:prSet presAssocID="{8305206E-3F02-4F57-A9D5-FBE86A8C6501}" presName="spaceBetweenRectangles" presStyleCnt="0"/>
      <dgm:spPr/>
    </dgm:pt>
    <dgm:pt modelId="{8687B53E-6A93-43DE-AC8F-E4FD5EE04EA1}" type="pres">
      <dgm:prSet presAssocID="{C52B4B4F-E044-4542-B00D-E4E7D5221A8C}" presName="parentLin" presStyleCnt="0"/>
      <dgm:spPr/>
    </dgm:pt>
    <dgm:pt modelId="{99CB4539-C10E-4764-98B2-989B02A7AAF7}" type="pres">
      <dgm:prSet presAssocID="{C52B4B4F-E044-4542-B00D-E4E7D5221A8C}" presName="parentLeftMargin" presStyleLbl="node1" presStyleIdx="0" presStyleCnt="3"/>
      <dgm:spPr/>
    </dgm:pt>
    <dgm:pt modelId="{3E17EC4B-1EC7-4C65-ADC1-5F6973242E5F}" type="pres">
      <dgm:prSet presAssocID="{C52B4B4F-E044-4542-B00D-E4E7D5221A8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A864FE3-EBFF-470A-96DB-A49CEDA68D8F}" type="pres">
      <dgm:prSet presAssocID="{C52B4B4F-E044-4542-B00D-E4E7D5221A8C}" presName="negativeSpace" presStyleCnt="0"/>
      <dgm:spPr/>
    </dgm:pt>
    <dgm:pt modelId="{8BD1CAEC-E013-481D-9FF7-4E4D4F7554C8}" type="pres">
      <dgm:prSet presAssocID="{C52B4B4F-E044-4542-B00D-E4E7D5221A8C}" presName="childText" presStyleLbl="conFgAcc1" presStyleIdx="1" presStyleCnt="3">
        <dgm:presLayoutVars>
          <dgm:bulletEnabled val="1"/>
        </dgm:presLayoutVars>
      </dgm:prSet>
      <dgm:spPr/>
    </dgm:pt>
    <dgm:pt modelId="{B19E257F-11C4-4239-B1A1-CC35D38C42E4}" type="pres">
      <dgm:prSet presAssocID="{4628E4F0-F30F-40F3-9891-9A4028622272}" presName="spaceBetweenRectangles" presStyleCnt="0"/>
      <dgm:spPr/>
    </dgm:pt>
    <dgm:pt modelId="{FD1EB1C0-6E2F-42FE-A402-F83364C1B60F}" type="pres">
      <dgm:prSet presAssocID="{20615C6A-8798-42C6-BFA7-FC467CE81704}" presName="parentLin" presStyleCnt="0"/>
      <dgm:spPr/>
    </dgm:pt>
    <dgm:pt modelId="{3B41AACC-848B-4749-8FEF-88DAC7DCD085}" type="pres">
      <dgm:prSet presAssocID="{20615C6A-8798-42C6-BFA7-FC467CE81704}" presName="parentLeftMargin" presStyleLbl="node1" presStyleIdx="1" presStyleCnt="3"/>
      <dgm:spPr/>
    </dgm:pt>
    <dgm:pt modelId="{C26F464D-F193-4DEE-95B5-3CFD6B116F39}" type="pres">
      <dgm:prSet presAssocID="{20615C6A-8798-42C6-BFA7-FC467CE8170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968B02F-1FA7-4A98-A5C7-4D889B1F7234}" type="pres">
      <dgm:prSet presAssocID="{20615C6A-8798-42C6-BFA7-FC467CE81704}" presName="negativeSpace" presStyleCnt="0"/>
      <dgm:spPr/>
    </dgm:pt>
    <dgm:pt modelId="{EE110CE5-D4CF-496E-8DDC-C9311EF51150}" type="pres">
      <dgm:prSet presAssocID="{20615C6A-8798-42C6-BFA7-FC467CE81704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894E804-1F07-40C1-AE09-E511C56F13A3}" srcId="{7CE204B1-6120-4814-8CB5-87285EA46A3C}" destId="{C52B4B4F-E044-4542-B00D-E4E7D5221A8C}" srcOrd="1" destOrd="0" parTransId="{552CCD71-D6CD-4D78-83AE-E49FD3DEA65F}" sibTransId="{4628E4F0-F30F-40F3-9891-9A4028622272}"/>
    <dgm:cxn modelId="{F3490925-AA17-438C-A69F-B26C0A2C7939}" srcId="{7CE204B1-6120-4814-8CB5-87285EA46A3C}" destId="{20615C6A-8798-42C6-BFA7-FC467CE81704}" srcOrd="2" destOrd="0" parTransId="{2A811ABA-851B-434C-80A8-407B13C0DFFE}" sibTransId="{AE8C257F-3BE4-4488-A296-E4D51AB5D169}"/>
    <dgm:cxn modelId="{F7A58442-AE17-462C-B869-C2CD1729F2F1}" type="presOf" srcId="{E825C660-8436-4244-A604-5D9D10226F9A}" destId="{879D6326-2D74-4254-BC12-5C197D633B73}" srcOrd="1" destOrd="0" presId="urn:microsoft.com/office/officeart/2005/8/layout/list1"/>
    <dgm:cxn modelId="{ADE1194C-CA11-4ECF-8684-A10D25501B28}" srcId="{7CE204B1-6120-4814-8CB5-87285EA46A3C}" destId="{E825C660-8436-4244-A604-5D9D10226F9A}" srcOrd="0" destOrd="0" parTransId="{D0D12718-4D77-4732-AD05-5134E70286EA}" sibTransId="{8305206E-3F02-4F57-A9D5-FBE86A8C6501}"/>
    <dgm:cxn modelId="{E661EA4F-BD85-4CA3-B6E6-88622BC441F3}" type="presOf" srcId="{7CE204B1-6120-4814-8CB5-87285EA46A3C}" destId="{3468A296-3216-4236-B178-E125089E1AAE}" srcOrd="0" destOrd="0" presId="urn:microsoft.com/office/officeart/2005/8/layout/list1"/>
    <dgm:cxn modelId="{5F0A8F52-60C5-472D-9B09-B308BD429EE2}" type="presOf" srcId="{20615C6A-8798-42C6-BFA7-FC467CE81704}" destId="{3B41AACC-848B-4749-8FEF-88DAC7DCD085}" srcOrd="0" destOrd="0" presId="urn:microsoft.com/office/officeart/2005/8/layout/list1"/>
    <dgm:cxn modelId="{AB3C0182-15BA-47CD-BFBD-761665BD943F}" type="presOf" srcId="{20615C6A-8798-42C6-BFA7-FC467CE81704}" destId="{C26F464D-F193-4DEE-95B5-3CFD6B116F39}" srcOrd="1" destOrd="0" presId="urn:microsoft.com/office/officeart/2005/8/layout/list1"/>
    <dgm:cxn modelId="{70D84B9B-8399-41AE-A298-7A2DE5E2A422}" type="presOf" srcId="{C52B4B4F-E044-4542-B00D-E4E7D5221A8C}" destId="{3E17EC4B-1EC7-4C65-ADC1-5F6973242E5F}" srcOrd="1" destOrd="0" presId="urn:microsoft.com/office/officeart/2005/8/layout/list1"/>
    <dgm:cxn modelId="{4DE65DA3-F07E-49BE-9A72-27A8ACE886EA}" type="presOf" srcId="{C52B4B4F-E044-4542-B00D-E4E7D5221A8C}" destId="{99CB4539-C10E-4764-98B2-989B02A7AAF7}" srcOrd="0" destOrd="0" presId="urn:microsoft.com/office/officeart/2005/8/layout/list1"/>
    <dgm:cxn modelId="{ACEAA1FC-B056-40F8-99B8-8367C8EF460E}" type="presOf" srcId="{E825C660-8436-4244-A604-5D9D10226F9A}" destId="{E47B2AF9-2F54-4952-8515-0BB02E567EFC}" srcOrd="0" destOrd="0" presId="urn:microsoft.com/office/officeart/2005/8/layout/list1"/>
    <dgm:cxn modelId="{1D9986E5-A6FD-4EFC-9CFA-1E73656971FB}" type="presParOf" srcId="{3468A296-3216-4236-B178-E125089E1AAE}" destId="{96598EF1-394E-4AE3-ADF0-EC5E49238163}" srcOrd="0" destOrd="0" presId="urn:microsoft.com/office/officeart/2005/8/layout/list1"/>
    <dgm:cxn modelId="{85C73DE7-3B72-415E-A417-8E52F55E7807}" type="presParOf" srcId="{96598EF1-394E-4AE3-ADF0-EC5E49238163}" destId="{E47B2AF9-2F54-4952-8515-0BB02E567EFC}" srcOrd="0" destOrd="0" presId="urn:microsoft.com/office/officeart/2005/8/layout/list1"/>
    <dgm:cxn modelId="{340372D7-8F3A-43CE-A1CC-99B8D89BA295}" type="presParOf" srcId="{96598EF1-394E-4AE3-ADF0-EC5E49238163}" destId="{879D6326-2D74-4254-BC12-5C197D633B73}" srcOrd="1" destOrd="0" presId="urn:microsoft.com/office/officeart/2005/8/layout/list1"/>
    <dgm:cxn modelId="{9E5B6069-FDFF-4F56-A291-16883354F019}" type="presParOf" srcId="{3468A296-3216-4236-B178-E125089E1AAE}" destId="{6456577A-F1A1-45E5-9568-86E69A370D6F}" srcOrd="1" destOrd="0" presId="urn:microsoft.com/office/officeart/2005/8/layout/list1"/>
    <dgm:cxn modelId="{3E1AF3A3-7B9B-4538-8D24-DC2144E8E8B1}" type="presParOf" srcId="{3468A296-3216-4236-B178-E125089E1AAE}" destId="{F75ED9F7-FD04-4471-938C-66E2B81B73FA}" srcOrd="2" destOrd="0" presId="urn:microsoft.com/office/officeart/2005/8/layout/list1"/>
    <dgm:cxn modelId="{1C0D89A3-9BBE-4085-AA3A-AD2193B37974}" type="presParOf" srcId="{3468A296-3216-4236-B178-E125089E1AAE}" destId="{A9A0D926-A4D9-44F5-9CFE-F0107EE9335E}" srcOrd="3" destOrd="0" presId="urn:microsoft.com/office/officeart/2005/8/layout/list1"/>
    <dgm:cxn modelId="{C6CFEE5D-C6E9-4995-9E50-2890E217EFAD}" type="presParOf" srcId="{3468A296-3216-4236-B178-E125089E1AAE}" destId="{8687B53E-6A93-43DE-AC8F-E4FD5EE04EA1}" srcOrd="4" destOrd="0" presId="urn:microsoft.com/office/officeart/2005/8/layout/list1"/>
    <dgm:cxn modelId="{0F51C976-ADC7-4C24-8CFC-16899FD1CB04}" type="presParOf" srcId="{8687B53E-6A93-43DE-AC8F-E4FD5EE04EA1}" destId="{99CB4539-C10E-4764-98B2-989B02A7AAF7}" srcOrd="0" destOrd="0" presId="urn:microsoft.com/office/officeart/2005/8/layout/list1"/>
    <dgm:cxn modelId="{16322C8A-C5D5-4F4E-AD7C-A597DC7B2570}" type="presParOf" srcId="{8687B53E-6A93-43DE-AC8F-E4FD5EE04EA1}" destId="{3E17EC4B-1EC7-4C65-ADC1-5F6973242E5F}" srcOrd="1" destOrd="0" presId="urn:microsoft.com/office/officeart/2005/8/layout/list1"/>
    <dgm:cxn modelId="{32A5EE60-385B-441C-A759-62078FD0B3E5}" type="presParOf" srcId="{3468A296-3216-4236-B178-E125089E1AAE}" destId="{6A864FE3-EBFF-470A-96DB-A49CEDA68D8F}" srcOrd="5" destOrd="0" presId="urn:microsoft.com/office/officeart/2005/8/layout/list1"/>
    <dgm:cxn modelId="{202789A7-F4EB-459D-B58D-07F5CC754FB9}" type="presParOf" srcId="{3468A296-3216-4236-B178-E125089E1AAE}" destId="{8BD1CAEC-E013-481D-9FF7-4E4D4F7554C8}" srcOrd="6" destOrd="0" presId="urn:microsoft.com/office/officeart/2005/8/layout/list1"/>
    <dgm:cxn modelId="{AD333DBF-9F02-4C35-AB0B-E15E4796CC53}" type="presParOf" srcId="{3468A296-3216-4236-B178-E125089E1AAE}" destId="{B19E257F-11C4-4239-B1A1-CC35D38C42E4}" srcOrd="7" destOrd="0" presId="urn:microsoft.com/office/officeart/2005/8/layout/list1"/>
    <dgm:cxn modelId="{1690D087-6943-4B30-B6B0-6D2238541545}" type="presParOf" srcId="{3468A296-3216-4236-B178-E125089E1AAE}" destId="{FD1EB1C0-6E2F-42FE-A402-F83364C1B60F}" srcOrd="8" destOrd="0" presId="urn:microsoft.com/office/officeart/2005/8/layout/list1"/>
    <dgm:cxn modelId="{2F8E74EC-7236-40EE-8225-25F5DB387507}" type="presParOf" srcId="{FD1EB1C0-6E2F-42FE-A402-F83364C1B60F}" destId="{3B41AACC-848B-4749-8FEF-88DAC7DCD085}" srcOrd="0" destOrd="0" presId="urn:microsoft.com/office/officeart/2005/8/layout/list1"/>
    <dgm:cxn modelId="{49F6D446-D737-4FE5-84D2-09E2D2AFE98E}" type="presParOf" srcId="{FD1EB1C0-6E2F-42FE-A402-F83364C1B60F}" destId="{C26F464D-F193-4DEE-95B5-3CFD6B116F39}" srcOrd="1" destOrd="0" presId="urn:microsoft.com/office/officeart/2005/8/layout/list1"/>
    <dgm:cxn modelId="{E103BC86-7EC6-446A-A943-A8C18058BC0C}" type="presParOf" srcId="{3468A296-3216-4236-B178-E125089E1AAE}" destId="{2968B02F-1FA7-4A98-A5C7-4D889B1F7234}" srcOrd="9" destOrd="0" presId="urn:microsoft.com/office/officeart/2005/8/layout/list1"/>
    <dgm:cxn modelId="{A786F9CD-074D-4F78-8A74-255BDDFE98DB}" type="presParOf" srcId="{3468A296-3216-4236-B178-E125089E1AAE}" destId="{EE110CE5-D4CF-496E-8DDC-C9311EF51150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9AFF38-915D-4595-A0A6-F5C773765D33}">
      <dsp:nvSpPr>
        <dsp:cNvPr id="0" name=""/>
        <dsp:cNvSpPr/>
      </dsp:nvSpPr>
      <dsp:spPr>
        <a:xfrm>
          <a:off x="2380140" y="494863"/>
          <a:ext cx="38090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0903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60304" y="538525"/>
        <a:ext cx="20575" cy="4115"/>
      </dsp:txXfrm>
    </dsp:sp>
    <dsp:sp modelId="{47A4BA5E-B45B-4DDE-926A-2D40EB2425EC}">
      <dsp:nvSpPr>
        <dsp:cNvPr id="0" name=""/>
        <dsp:cNvSpPr/>
      </dsp:nvSpPr>
      <dsp:spPr>
        <a:xfrm>
          <a:off x="592793" y="3839"/>
          <a:ext cx="1789146" cy="107348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70" tIns="92025" rIns="87670" bIns="920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EC2: luxelockshub instance</a:t>
          </a:r>
        </a:p>
      </dsp:txBody>
      <dsp:txXfrm>
        <a:off x="592793" y="3839"/>
        <a:ext cx="1789146" cy="1073487"/>
      </dsp:txXfrm>
    </dsp:sp>
    <dsp:sp modelId="{210730D3-D6E2-48D4-92BB-2804C105F6AA}">
      <dsp:nvSpPr>
        <dsp:cNvPr id="0" name=""/>
        <dsp:cNvSpPr/>
      </dsp:nvSpPr>
      <dsp:spPr>
        <a:xfrm>
          <a:off x="1487366" y="1075527"/>
          <a:ext cx="2200650" cy="380903"/>
        </a:xfrm>
        <a:custGeom>
          <a:avLst/>
          <a:gdLst/>
          <a:ahLst/>
          <a:cxnLst/>
          <a:rect l="0" t="0" r="0" b="0"/>
          <a:pathLst>
            <a:path>
              <a:moveTo>
                <a:pt x="2200650" y="0"/>
              </a:moveTo>
              <a:lnTo>
                <a:pt x="2200650" y="207551"/>
              </a:lnTo>
              <a:lnTo>
                <a:pt x="0" y="207551"/>
              </a:lnTo>
              <a:lnTo>
                <a:pt x="0" y="380903"/>
              </a:lnTo>
            </a:path>
          </a:pathLst>
        </a:custGeom>
        <a:noFill/>
        <a:ln w="9525" cap="flat" cmpd="sng" algn="ctr">
          <a:solidFill>
            <a:schemeClr val="accent2">
              <a:hueOff val="936304"/>
              <a:satOff val="-1168"/>
              <a:lumOff val="27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31722" y="1263921"/>
        <a:ext cx="111939" cy="4115"/>
      </dsp:txXfrm>
    </dsp:sp>
    <dsp:sp modelId="{5846E800-D9D5-41B5-8797-1ED65580425C}">
      <dsp:nvSpPr>
        <dsp:cNvPr id="0" name=""/>
        <dsp:cNvSpPr/>
      </dsp:nvSpPr>
      <dsp:spPr>
        <a:xfrm>
          <a:off x="2793443" y="3839"/>
          <a:ext cx="1789146" cy="1073487"/>
        </a:xfrm>
        <a:prstGeom prst="rect">
          <a:avLst/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70" tIns="92025" rIns="87670" bIns="920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RDS: haicare-db</a:t>
          </a:r>
        </a:p>
      </dsp:txBody>
      <dsp:txXfrm>
        <a:off x="2793443" y="3839"/>
        <a:ext cx="1789146" cy="1073487"/>
      </dsp:txXfrm>
    </dsp:sp>
    <dsp:sp modelId="{14D09DF6-4876-4D71-A143-89563AF9B7D4}">
      <dsp:nvSpPr>
        <dsp:cNvPr id="0" name=""/>
        <dsp:cNvSpPr/>
      </dsp:nvSpPr>
      <dsp:spPr>
        <a:xfrm>
          <a:off x="2380140" y="1979854"/>
          <a:ext cx="38090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0903" y="45720"/>
              </a:lnTo>
            </a:path>
          </a:pathLst>
        </a:custGeom>
        <a:noFill/>
        <a:ln w="9525" cap="flat" cmpd="sng" algn="ctr">
          <a:solidFill>
            <a:schemeClr val="accent2">
              <a:hueOff val="1872608"/>
              <a:satOff val="-2336"/>
              <a:lumOff val="54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60304" y="2023517"/>
        <a:ext cx="20575" cy="4115"/>
      </dsp:txXfrm>
    </dsp:sp>
    <dsp:sp modelId="{06398F83-1E69-47CF-85F9-DEB6240C2629}">
      <dsp:nvSpPr>
        <dsp:cNvPr id="0" name=""/>
        <dsp:cNvSpPr/>
      </dsp:nvSpPr>
      <dsp:spPr>
        <a:xfrm>
          <a:off x="592793" y="1488830"/>
          <a:ext cx="1789146" cy="1073487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70" tIns="92025" rIns="87670" bIns="920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Lambda: fetchLuxeLocksData</a:t>
          </a:r>
        </a:p>
      </dsp:txBody>
      <dsp:txXfrm>
        <a:off x="592793" y="1488830"/>
        <a:ext cx="1789146" cy="1073487"/>
      </dsp:txXfrm>
    </dsp:sp>
    <dsp:sp modelId="{56D52DFD-DF9F-47F4-A5A3-EA538AE36730}">
      <dsp:nvSpPr>
        <dsp:cNvPr id="0" name=""/>
        <dsp:cNvSpPr/>
      </dsp:nvSpPr>
      <dsp:spPr>
        <a:xfrm>
          <a:off x="1487366" y="2560518"/>
          <a:ext cx="2200650" cy="380903"/>
        </a:xfrm>
        <a:custGeom>
          <a:avLst/>
          <a:gdLst/>
          <a:ahLst/>
          <a:cxnLst/>
          <a:rect l="0" t="0" r="0" b="0"/>
          <a:pathLst>
            <a:path>
              <a:moveTo>
                <a:pt x="2200650" y="0"/>
              </a:moveTo>
              <a:lnTo>
                <a:pt x="2200650" y="207551"/>
              </a:lnTo>
              <a:lnTo>
                <a:pt x="0" y="207551"/>
              </a:lnTo>
              <a:lnTo>
                <a:pt x="0" y="380903"/>
              </a:lnTo>
            </a:path>
          </a:pathLst>
        </a:custGeom>
        <a:noFill/>
        <a:ln w="9525" cap="flat" cmpd="sng" algn="ctr">
          <a:solidFill>
            <a:schemeClr val="accent2">
              <a:hueOff val="2808911"/>
              <a:satOff val="-3503"/>
              <a:lumOff val="82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31722" y="2748912"/>
        <a:ext cx="111939" cy="4115"/>
      </dsp:txXfrm>
    </dsp:sp>
    <dsp:sp modelId="{9AEF37EF-FE24-4385-BA8F-A1E70F394CA9}">
      <dsp:nvSpPr>
        <dsp:cNvPr id="0" name=""/>
        <dsp:cNvSpPr/>
      </dsp:nvSpPr>
      <dsp:spPr>
        <a:xfrm>
          <a:off x="2793443" y="1488830"/>
          <a:ext cx="1789146" cy="1073487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70" tIns="92025" rIns="87670" bIns="920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API Gateway: luxelockshub</a:t>
          </a:r>
        </a:p>
      </dsp:txBody>
      <dsp:txXfrm>
        <a:off x="2793443" y="1488830"/>
        <a:ext cx="1789146" cy="1073487"/>
      </dsp:txXfrm>
    </dsp:sp>
    <dsp:sp modelId="{296E5DB5-8EE1-45EF-8473-5E7DCCC6D1D4}">
      <dsp:nvSpPr>
        <dsp:cNvPr id="0" name=""/>
        <dsp:cNvSpPr/>
      </dsp:nvSpPr>
      <dsp:spPr>
        <a:xfrm>
          <a:off x="2380140" y="3464846"/>
          <a:ext cx="38090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0903" y="45720"/>
              </a:lnTo>
            </a:path>
          </a:pathLst>
        </a:custGeom>
        <a:noFill/>
        <a:ln w="9525" cap="flat" cmpd="sng" algn="ctr">
          <a:solidFill>
            <a:schemeClr val="accent2">
              <a:hueOff val="3745215"/>
              <a:satOff val="-4671"/>
              <a:lumOff val="109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60304" y="3508508"/>
        <a:ext cx="20575" cy="4115"/>
      </dsp:txXfrm>
    </dsp:sp>
    <dsp:sp modelId="{CAD2A552-1E57-4954-AE1A-FFEDDB9BD5F5}">
      <dsp:nvSpPr>
        <dsp:cNvPr id="0" name=""/>
        <dsp:cNvSpPr/>
      </dsp:nvSpPr>
      <dsp:spPr>
        <a:xfrm>
          <a:off x="592793" y="2973822"/>
          <a:ext cx="1789146" cy="1073487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70" tIns="92025" rIns="87670" bIns="920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IAM configuration</a:t>
          </a:r>
        </a:p>
      </dsp:txBody>
      <dsp:txXfrm>
        <a:off x="592793" y="2973822"/>
        <a:ext cx="1789146" cy="1073487"/>
      </dsp:txXfrm>
    </dsp:sp>
    <dsp:sp modelId="{AD42B335-15A9-4C55-B16E-7BCDC18EA601}">
      <dsp:nvSpPr>
        <dsp:cNvPr id="0" name=""/>
        <dsp:cNvSpPr/>
      </dsp:nvSpPr>
      <dsp:spPr>
        <a:xfrm>
          <a:off x="1487366" y="4045510"/>
          <a:ext cx="2200650" cy="380903"/>
        </a:xfrm>
        <a:custGeom>
          <a:avLst/>
          <a:gdLst/>
          <a:ahLst/>
          <a:cxnLst/>
          <a:rect l="0" t="0" r="0" b="0"/>
          <a:pathLst>
            <a:path>
              <a:moveTo>
                <a:pt x="2200650" y="0"/>
              </a:moveTo>
              <a:lnTo>
                <a:pt x="2200650" y="207551"/>
              </a:lnTo>
              <a:lnTo>
                <a:pt x="0" y="207551"/>
              </a:lnTo>
              <a:lnTo>
                <a:pt x="0" y="380903"/>
              </a:lnTo>
            </a:path>
          </a:pathLst>
        </a:custGeom>
        <a:noFill/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31722" y="4233904"/>
        <a:ext cx="111939" cy="4115"/>
      </dsp:txXfrm>
    </dsp:sp>
    <dsp:sp modelId="{A4C6D848-CE0C-4876-A1F8-25482F704B72}">
      <dsp:nvSpPr>
        <dsp:cNvPr id="0" name=""/>
        <dsp:cNvSpPr/>
      </dsp:nvSpPr>
      <dsp:spPr>
        <a:xfrm>
          <a:off x="2793443" y="2973822"/>
          <a:ext cx="1789146" cy="1073487"/>
        </a:xfrm>
        <a:prstGeom prst="rect">
          <a:avLst/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70" tIns="92025" rIns="87670" bIns="920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S3 static site hosting</a:t>
          </a:r>
        </a:p>
      </dsp:txBody>
      <dsp:txXfrm>
        <a:off x="2793443" y="2973822"/>
        <a:ext cx="1789146" cy="1073487"/>
      </dsp:txXfrm>
    </dsp:sp>
    <dsp:sp modelId="{EF8CFDD0-E1E5-4564-B519-27D69615A51B}">
      <dsp:nvSpPr>
        <dsp:cNvPr id="0" name=""/>
        <dsp:cNvSpPr/>
      </dsp:nvSpPr>
      <dsp:spPr>
        <a:xfrm>
          <a:off x="592793" y="4458813"/>
          <a:ext cx="1789146" cy="1073487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70" tIns="92025" rIns="87670" bIns="920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• Interface of  </a:t>
          </a:r>
          <a:r>
            <a:rPr lang="en-US" sz="1500" kern="1200" dirty="0" err="1"/>
            <a:t>LuxeLocksHub</a:t>
          </a:r>
          <a:endParaRPr lang="en-US" sz="1500" kern="1200" dirty="0"/>
        </a:p>
      </dsp:txBody>
      <dsp:txXfrm>
        <a:off x="592793" y="4458813"/>
        <a:ext cx="1789146" cy="10734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B2B70C-F463-41BC-8D74-E22229228091}">
      <dsp:nvSpPr>
        <dsp:cNvPr id="0" name=""/>
        <dsp:cNvSpPr/>
      </dsp:nvSpPr>
      <dsp:spPr>
        <a:xfrm>
          <a:off x="0" y="908268"/>
          <a:ext cx="4683949" cy="16768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FCBD3B-17EB-4DA9-BA84-A35EFBC63CAE}">
      <dsp:nvSpPr>
        <dsp:cNvPr id="0" name=""/>
        <dsp:cNvSpPr/>
      </dsp:nvSpPr>
      <dsp:spPr>
        <a:xfrm>
          <a:off x="507233" y="1285549"/>
          <a:ext cx="922242" cy="9222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F369A1-CA30-4ED6-9906-F1C33F4D13BC}">
      <dsp:nvSpPr>
        <dsp:cNvPr id="0" name=""/>
        <dsp:cNvSpPr/>
      </dsp:nvSpPr>
      <dsp:spPr>
        <a:xfrm>
          <a:off x="1936708" y="908268"/>
          <a:ext cx="2747240" cy="1676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462" tIns="177462" rIns="177462" bIns="17746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https://www.luxelockshub.lk </a:t>
          </a:r>
        </a:p>
      </dsp:txBody>
      <dsp:txXfrm>
        <a:off x="1936708" y="908268"/>
        <a:ext cx="2747240" cy="1676804"/>
      </dsp:txXfrm>
    </dsp:sp>
    <dsp:sp modelId="{BCCF13E0-65CF-4078-A486-17F05992C511}">
      <dsp:nvSpPr>
        <dsp:cNvPr id="0" name=""/>
        <dsp:cNvSpPr/>
      </dsp:nvSpPr>
      <dsp:spPr>
        <a:xfrm>
          <a:off x="0" y="3004274"/>
          <a:ext cx="4683949" cy="16768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7345D1-0292-4BF9-9C27-359FA37C7540}">
      <dsp:nvSpPr>
        <dsp:cNvPr id="0" name=""/>
        <dsp:cNvSpPr/>
      </dsp:nvSpPr>
      <dsp:spPr>
        <a:xfrm>
          <a:off x="507233" y="3381554"/>
          <a:ext cx="922242" cy="9222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C399E6-58A3-40B3-BF22-82B8B9ACE104}">
      <dsp:nvSpPr>
        <dsp:cNvPr id="0" name=""/>
        <dsp:cNvSpPr/>
      </dsp:nvSpPr>
      <dsp:spPr>
        <a:xfrm>
          <a:off x="1936708" y="3004274"/>
          <a:ext cx="2747240" cy="1676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462" tIns="177462" rIns="177462" bIns="17746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•https://luxelockshub.s3.eu-north-1.amazonaws.com/CW-CLOUDCOMPUTING/index.html</a:t>
          </a:r>
        </a:p>
      </dsp:txBody>
      <dsp:txXfrm>
        <a:off x="1936708" y="3004274"/>
        <a:ext cx="2747240" cy="16768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DC2534-8504-43AE-94DC-968F0F0B6382}">
      <dsp:nvSpPr>
        <dsp:cNvPr id="0" name=""/>
        <dsp:cNvSpPr/>
      </dsp:nvSpPr>
      <dsp:spPr>
        <a:xfrm>
          <a:off x="0" y="682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67F626-3222-4FA6-8167-07AE619DBA38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3826F5-CC44-4610-9491-5C4AD07BDA7B}">
      <dsp:nvSpPr>
        <dsp:cNvPr id="0" name=""/>
        <dsp:cNvSpPr/>
      </dsp:nvSpPr>
      <dsp:spPr>
        <a:xfrm>
          <a:off x="1844034" y="682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Used Free Tier (t2.micro, minimal RDS)</a:t>
          </a:r>
        </a:p>
      </dsp:txBody>
      <dsp:txXfrm>
        <a:off x="1844034" y="682"/>
        <a:ext cx="2839914" cy="1596566"/>
      </dsp:txXfrm>
    </dsp:sp>
    <dsp:sp modelId="{61CA01E6-8069-40E9-A5B9-95A0228F1D08}">
      <dsp:nvSpPr>
        <dsp:cNvPr id="0" name=""/>
        <dsp:cNvSpPr/>
      </dsp:nvSpPr>
      <dsp:spPr>
        <a:xfrm>
          <a:off x="0" y="1996390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5D47EE-2EF2-4713-A1DD-FB10D4B0FE8B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0B6F20-0A4B-4EB9-8039-97CC445FD8E2}">
      <dsp:nvSpPr>
        <dsp:cNvPr id="0" name=""/>
        <dsp:cNvSpPr/>
      </dsp:nvSpPr>
      <dsp:spPr>
        <a:xfrm>
          <a:off x="1844034" y="1996390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• Database on RDS </a:t>
          </a:r>
        </a:p>
      </dsp:txBody>
      <dsp:txXfrm>
        <a:off x="1844034" y="1996390"/>
        <a:ext cx="2839914" cy="1596566"/>
      </dsp:txXfrm>
    </dsp:sp>
    <dsp:sp modelId="{970A6C67-7D62-4CFB-A87B-E0E467488D65}">
      <dsp:nvSpPr>
        <dsp:cNvPr id="0" name=""/>
        <dsp:cNvSpPr/>
      </dsp:nvSpPr>
      <dsp:spPr>
        <a:xfrm>
          <a:off x="0" y="3992098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6035F7-9E27-482B-9403-8650B53B45B1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F7B8FD-C9AA-45B5-983C-D37315D22555}">
      <dsp:nvSpPr>
        <dsp:cNvPr id="0" name=""/>
        <dsp:cNvSpPr/>
      </dsp:nvSpPr>
      <dsp:spPr>
        <a:xfrm>
          <a:off x="1844034" y="3992098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Plan for monitoring with CloudWatch</a:t>
          </a:r>
        </a:p>
      </dsp:txBody>
      <dsp:txXfrm>
        <a:off x="1844034" y="3992098"/>
        <a:ext cx="2839914" cy="15965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5ED9F7-FD04-4471-938C-66E2B81B73FA}">
      <dsp:nvSpPr>
        <dsp:cNvPr id="0" name=""/>
        <dsp:cNvSpPr/>
      </dsp:nvSpPr>
      <dsp:spPr>
        <a:xfrm>
          <a:off x="0" y="1568709"/>
          <a:ext cx="4291113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9D6326-2D74-4254-BC12-5C197D633B73}">
      <dsp:nvSpPr>
        <dsp:cNvPr id="0" name=""/>
        <dsp:cNvSpPr/>
      </dsp:nvSpPr>
      <dsp:spPr>
        <a:xfrm>
          <a:off x="214555" y="1391589"/>
          <a:ext cx="3003779" cy="3542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536" tIns="0" rIns="113536" bIns="0" numCol="1" spcCol="1270" anchor="ctr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</a:t>
          </a:r>
          <a:r>
            <a:rPr lang="en-US" sz="1200" kern="1200">
              <a:solidFill>
                <a:srgbClr val="000000"/>
              </a:solidFill>
              <a:latin typeface="Aptos"/>
            </a:rPr>
            <a:t>Advanced Security Enhancement</a:t>
          </a:r>
        </a:p>
      </dsp:txBody>
      <dsp:txXfrm>
        <a:off x="231848" y="1408882"/>
        <a:ext cx="2969193" cy="319654"/>
      </dsp:txXfrm>
    </dsp:sp>
    <dsp:sp modelId="{8BD1CAEC-E013-481D-9FF7-4E4D4F7554C8}">
      <dsp:nvSpPr>
        <dsp:cNvPr id="0" name=""/>
        <dsp:cNvSpPr/>
      </dsp:nvSpPr>
      <dsp:spPr>
        <a:xfrm>
          <a:off x="0" y="2113029"/>
          <a:ext cx="4291113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17EC4B-1EC7-4C65-ADC1-5F6973242E5F}">
      <dsp:nvSpPr>
        <dsp:cNvPr id="0" name=""/>
        <dsp:cNvSpPr/>
      </dsp:nvSpPr>
      <dsp:spPr>
        <a:xfrm>
          <a:off x="214555" y="1935909"/>
          <a:ext cx="3003779" cy="3542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536" tIns="0" rIns="113536" bIns="0" numCol="1" spcCol="1270" anchor="ctr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</a:t>
          </a:r>
          <a:r>
            <a:rPr lang="en-US" sz="1200" kern="1200">
              <a:solidFill>
                <a:srgbClr val="000000"/>
              </a:solidFill>
              <a:latin typeface="Aptos"/>
            </a:rPr>
            <a:t>Automated Cost Control &amp; Optimization</a:t>
          </a:r>
        </a:p>
      </dsp:txBody>
      <dsp:txXfrm>
        <a:off x="231848" y="1953202"/>
        <a:ext cx="2969193" cy="319654"/>
      </dsp:txXfrm>
    </dsp:sp>
    <dsp:sp modelId="{EE110CE5-D4CF-496E-8DDC-C9311EF51150}">
      <dsp:nvSpPr>
        <dsp:cNvPr id="0" name=""/>
        <dsp:cNvSpPr/>
      </dsp:nvSpPr>
      <dsp:spPr>
        <a:xfrm>
          <a:off x="0" y="2657349"/>
          <a:ext cx="4291113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6F464D-F193-4DEE-95B5-3CFD6B116F39}">
      <dsp:nvSpPr>
        <dsp:cNvPr id="0" name=""/>
        <dsp:cNvSpPr/>
      </dsp:nvSpPr>
      <dsp:spPr>
        <a:xfrm>
          <a:off x="214555" y="2480229"/>
          <a:ext cx="3003779" cy="3542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536" tIns="0" rIns="113536" bIns="0" numCol="1" spcCol="1270" anchor="ctr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</a:t>
          </a:r>
          <a:r>
            <a:rPr lang="en-US" sz="1200" kern="1200">
              <a:solidFill>
                <a:srgbClr val="000000"/>
              </a:solidFill>
              <a:latin typeface="Aptos"/>
            </a:rPr>
            <a:t>User Analytics and Reporting</a:t>
          </a:r>
        </a:p>
      </dsp:txBody>
      <dsp:txXfrm>
        <a:off x="231848" y="2497522"/>
        <a:ext cx="2969193" cy="3196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Placeholder 8" descr="A person with long hair&#10;&#10;Description automatically generated">
            <a:extLst>
              <a:ext uri="{FF2B5EF4-FFF2-40B4-BE49-F238E27FC236}">
                <a16:creationId xmlns:a16="http://schemas.microsoft.com/office/drawing/2014/main" id="{3CF8121B-8D5D-A24D-1CD8-94225DCA845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alphaModFix amt="50000"/>
          </a:blip>
          <a:srcRect t="24981" r="-1" b="-1"/>
          <a:stretch/>
        </p:blipFill>
        <p:spPr>
          <a:xfrm>
            <a:off x="20" y="10"/>
            <a:ext cx="9141692" cy="6857990"/>
          </a:xfrm>
          <a:prstGeom prst="rect">
            <a:avLst/>
          </a:prstGeom>
        </p:spPr>
      </p:pic>
      <p:sp>
        <p:nvSpPr>
          <p:cNvPr id="2" name="Title 1" descr="LuxeLocksHub – Cloud Computing Project"/>
          <p:cNvSpPr>
            <a:spLocks noGrp="1"/>
          </p:cNvSpPr>
          <p:nvPr>
            <p:ph type="title"/>
          </p:nvPr>
        </p:nvSpPr>
        <p:spPr>
          <a:xfrm>
            <a:off x="1143000" y="1122363"/>
            <a:ext cx="6858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</a:pPr>
            <a:r>
              <a:rPr lang="en-US" sz="5700">
                <a:solidFill>
                  <a:schemeClr val="bg1"/>
                </a:solidFill>
              </a:rPr>
              <a:t>LuxeLocksHub – Cloud Computing Project</a:t>
            </a:r>
          </a:p>
        </p:txBody>
      </p:sp>
      <p:sp>
        <p:nvSpPr>
          <p:cNvPr id="3" name="Subtitle 2" descr="Scalable AWS Web Deployment&#10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5286" y="4599432"/>
            <a:ext cx="6858000" cy="1536192"/>
          </a:xfrm>
        </p:spPr>
        <p:txBody>
          <a:bodyPr vert="horz" lIns="91440" tIns="45720" rIns="91440" bIns="45720" rtlCol="0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solidFill>
                  <a:schemeClr val="bg1"/>
                </a:solidFill>
              </a:rPr>
              <a:t>Scalable AWS Web Deployment</a:t>
            </a:r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4368623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36538 w 3182692"/>
              <a:gd name="connsiteY1" fmla="*/ 0 h 18288"/>
              <a:gd name="connsiteX2" fmla="*/ 1273077 w 3182692"/>
              <a:gd name="connsiteY2" fmla="*/ 0 h 18288"/>
              <a:gd name="connsiteX3" fmla="*/ 1909615 w 3182692"/>
              <a:gd name="connsiteY3" fmla="*/ 0 h 18288"/>
              <a:gd name="connsiteX4" fmla="*/ 2482500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609807 w 3182692"/>
              <a:gd name="connsiteY7" fmla="*/ 18288 h 18288"/>
              <a:gd name="connsiteX8" fmla="*/ 2068750 w 3182692"/>
              <a:gd name="connsiteY8" fmla="*/ 18288 h 18288"/>
              <a:gd name="connsiteX9" fmla="*/ 1432211 w 3182692"/>
              <a:gd name="connsiteY9" fmla="*/ 18288 h 18288"/>
              <a:gd name="connsiteX10" fmla="*/ 859327 w 3182692"/>
              <a:gd name="connsiteY10" fmla="*/ 18288 h 18288"/>
              <a:gd name="connsiteX11" fmla="*/ 0 w 3182692"/>
              <a:gd name="connsiteY11" fmla="*/ 18288 h 18288"/>
              <a:gd name="connsiteX12" fmla="*/ 0 w 3182692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220"/>
    </mc:Choice>
    <mc:Fallback>
      <p:transition spd="slow" advTm="722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6129"/>
            <a:ext cx="4851603" cy="5925741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200"/>
          <a:stretch/>
        </p:blipFill>
        <p:spPr>
          <a:xfrm>
            <a:off x="0" y="466129"/>
            <a:ext cx="9144000" cy="592574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6979" y="1459467"/>
            <a:ext cx="3733482" cy="1090538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700" dirty="0">
                <a:solidFill>
                  <a:srgbClr val="000000"/>
                </a:solidFill>
              </a:rPr>
              <a:t>Project Overview</a:t>
            </a:r>
          </a:p>
        </p:txBody>
      </p:sp>
      <p:sp>
        <p:nvSpPr>
          <p:cNvPr id="83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86286"/>
            <a:ext cx="4320692" cy="4666770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6" name="Picture 5" descr="A logo for a hair salon&#10;&#10;Description automatically generated">
            <a:extLst>
              <a:ext uri="{FF2B5EF4-FFF2-40B4-BE49-F238E27FC236}">
                <a16:creationId xmlns:a16="http://schemas.microsoft.com/office/drawing/2014/main" id="{EF2B505F-6A1C-0A12-301A-9C97CEA5BDD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1996" r="2457" b="-4"/>
          <a:stretch/>
        </p:blipFill>
        <p:spPr>
          <a:xfrm>
            <a:off x="20" y="1351210"/>
            <a:ext cx="4180350" cy="4375387"/>
          </a:xfrm>
          <a:custGeom>
            <a:avLst/>
            <a:gdLst/>
            <a:ahLst/>
            <a:cxnLst/>
            <a:rect l="l" t="t" r="r" b="b"/>
            <a:pathLst>
              <a:path w="4838041" h="5063738">
                <a:moveTo>
                  <a:pt x="2306172" y="0"/>
                </a:moveTo>
                <a:cubicBezTo>
                  <a:pt x="3704485" y="0"/>
                  <a:pt x="4838041" y="1133556"/>
                  <a:pt x="4838041" y="2531869"/>
                </a:cubicBezTo>
                <a:cubicBezTo>
                  <a:pt x="4838041" y="3930182"/>
                  <a:pt x="3704485" y="5063738"/>
                  <a:pt x="2306172" y="5063738"/>
                </a:cubicBezTo>
                <a:cubicBezTo>
                  <a:pt x="1344832" y="5063738"/>
                  <a:pt x="508631" y="4527956"/>
                  <a:pt x="79886" y="3738709"/>
                </a:cubicBezTo>
                <a:lnTo>
                  <a:pt x="0" y="3572876"/>
                </a:lnTo>
                <a:lnTo>
                  <a:pt x="0" y="1490863"/>
                </a:lnTo>
                <a:lnTo>
                  <a:pt x="79886" y="1325030"/>
                </a:lnTo>
                <a:cubicBezTo>
                  <a:pt x="508631" y="535783"/>
                  <a:pt x="1344832" y="0"/>
                  <a:pt x="2306172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4330" y="2673512"/>
            <a:ext cx="3733184" cy="3053085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 defTabSz="914400">
              <a:spcBef>
                <a:spcPts val="100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+mj-lt"/>
                <a:cs typeface="Times New Roman"/>
              </a:rPr>
              <a:t>A cloud-hosted haircare website using AWS services: </a:t>
            </a:r>
          </a:p>
          <a:p>
            <a:pPr defTabSz="91440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0000"/>
                </a:solidFill>
                <a:latin typeface="+mj-lt"/>
                <a:cs typeface="Times New Roman"/>
              </a:rPr>
              <a:t>EC2 - </a:t>
            </a:r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Elastic Compute Cloud</a:t>
            </a:r>
          </a:p>
          <a:p>
            <a:pPr defTabSz="91440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0000"/>
                </a:solidFill>
                <a:latin typeface="+mj-lt"/>
                <a:cs typeface="Times New Roman"/>
              </a:rPr>
              <a:t>RDS - Relational Database Service </a:t>
            </a:r>
            <a:endParaRPr lang="en-US" sz="1600" dirty="0">
              <a:solidFill>
                <a:srgbClr val="000000"/>
              </a:solidFill>
              <a:latin typeface="+mj-lt"/>
              <a:ea typeface="Calibri"/>
              <a:cs typeface="Times New Roman"/>
            </a:endParaRPr>
          </a:p>
          <a:p>
            <a:pPr defTabSz="91440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0000"/>
                </a:solidFill>
                <a:latin typeface="+mj-lt"/>
                <a:cs typeface="Times New Roman"/>
              </a:rPr>
              <a:t>Lambda</a:t>
            </a:r>
            <a:endParaRPr lang="en-US" sz="1600" dirty="0">
              <a:solidFill>
                <a:srgbClr val="000000"/>
              </a:solidFill>
              <a:latin typeface="+mj-lt"/>
              <a:ea typeface="Calibri"/>
              <a:cs typeface="Times New Roman"/>
            </a:endParaRPr>
          </a:p>
          <a:p>
            <a:pPr defTabSz="91440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0000"/>
                </a:solidFill>
                <a:latin typeface="+mj-lt"/>
                <a:cs typeface="Times New Roman"/>
              </a:rPr>
              <a:t>API Gateway-Application Programming Interface </a:t>
            </a:r>
            <a:endParaRPr lang="en-US" sz="1600" dirty="0">
              <a:solidFill>
                <a:srgbClr val="000000"/>
              </a:solidFill>
              <a:latin typeface="+mj-lt"/>
              <a:ea typeface="Calibri"/>
              <a:cs typeface="Times New Roman"/>
            </a:endParaRPr>
          </a:p>
          <a:p>
            <a:pPr defTabSz="91440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0000"/>
                </a:solidFill>
                <a:latin typeface="+mj-lt"/>
                <a:cs typeface="Times New Roman"/>
              </a:rPr>
              <a:t>S3 - Simple Storage Service</a:t>
            </a:r>
            <a:endParaRPr lang="en-US" sz="1600" dirty="0">
              <a:solidFill>
                <a:srgbClr val="000000"/>
              </a:solidFill>
              <a:latin typeface="+mj-lt"/>
              <a:ea typeface="Calibri"/>
              <a:cs typeface="Times New Roman"/>
            </a:endParaRPr>
          </a:p>
          <a:p>
            <a:pPr defTabSz="91440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0000"/>
                </a:solidFill>
                <a:latin typeface="+mj-lt"/>
                <a:cs typeface="Times New Roman"/>
              </a:rPr>
              <a:t>IAM-Identity and Access Management</a:t>
            </a:r>
            <a:endParaRPr lang="en-US" sz="1600" dirty="0">
              <a:solidFill>
                <a:srgbClr val="000000"/>
              </a:solidFill>
              <a:latin typeface="+mj-lt"/>
              <a:ea typeface="Calibri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7" name="Rectangle 96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r>
              <a:rPr lang="en-US" sz="3600"/>
              <a:t>Architecture Design</a:t>
            </a:r>
          </a:p>
        </p:txBody>
      </p:sp>
      <p:sp>
        <p:nvSpPr>
          <p:cNvPr id="99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onnsiteX0" fmla="*/ 0 w 1554480"/>
              <a:gd name="connsiteY0" fmla="*/ 0 h 13716"/>
              <a:gd name="connsiteX1" fmla="*/ 549250 w 1554480"/>
              <a:gd name="connsiteY1" fmla="*/ 0 h 13716"/>
              <a:gd name="connsiteX2" fmla="*/ 1082954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4925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• S3 for storage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• EC2 for virtual servers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• RDS for manage relational data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• Lambda for execute logic event driven task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• DynamoDB for handle unstructured data</a:t>
            </a:r>
          </a:p>
        </p:txBody>
      </p:sp>
      <p:pic>
        <p:nvPicPr>
          <p:cNvPr id="5" name="Picture 4" descr="A diagram of a software flow&#10;&#10;Description automatically generated">
            <a:extLst>
              <a:ext uri="{FF2B5EF4-FFF2-40B4-BE49-F238E27FC236}">
                <a16:creationId xmlns:a16="http://schemas.microsoft.com/office/drawing/2014/main" id="{57EBE08B-ABA1-EC9B-ABE0-5C77E32BEB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55" b="-1"/>
          <a:stretch/>
        </p:blipFill>
        <p:spPr>
          <a:xfrm>
            <a:off x="473202" y="2630706"/>
            <a:ext cx="8188452" cy="32798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2600"/>
              <a:t>Implementation Steps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9B2207-3E6C-E11F-90E8-7806E4E775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3894210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AD8619-2443-A52C-EF20-D94A61890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26" y="1193232"/>
            <a:ext cx="8743950" cy="40222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861FF7-D7FF-7D15-7EF6-21D6140D7D0C}"/>
              </a:ext>
            </a:extLst>
          </p:cNvPr>
          <p:cNvSpPr txBox="1"/>
          <p:nvPr/>
        </p:nvSpPr>
        <p:spPr>
          <a:xfrm>
            <a:off x="197726" y="165729"/>
            <a:ext cx="804170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600" dirty="0"/>
              <a:t>EC2 Setup:</a:t>
            </a:r>
          </a:p>
          <a:p>
            <a:pPr algn="just"/>
            <a:r>
              <a:rPr lang="en-US" sz="1600" dirty="0"/>
              <a:t>Launched `t2.micro` EC2 instance named `</a:t>
            </a:r>
            <a:r>
              <a:rPr lang="en-US" sz="1600" dirty="0" err="1"/>
              <a:t>luxelockshub</a:t>
            </a:r>
            <a:r>
              <a:rPr lang="en-US" sz="1600" dirty="0"/>
              <a:t>`.</a:t>
            </a:r>
            <a:endParaRPr lang="en-US" sz="1600" dirty="0">
              <a:ea typeface="Calibri"/>
              <a:cs typeface="Calibri"/>
            </a:endParaRPr>
          </a:p>
          <a:p>
            <a:pPr algn="just"/>
            <a:r>
              <a:rPr lang="en-US" sz="1600" dirty="0"/>
              <a:t>Configured security groups for SSH and HTTP access.</a:t>
            </a:r>
            <a:endParaRPr lang="en-US" sz="16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34082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DFD84B-0E80-53D4-7DAA-FF652834C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26" y="631115"/>
            <a:ext cx="8743950" cy="476545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27429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86A5959-EB61-CF15-2668-EEC98C866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02" y="1351365"/>
            <a:ext cx="8743950" cy="38473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1811D7-2203-BEF0-E3C3-367AA93CB3CC}"/>
              </a:ext>
            </a:extLst>
          </p:cNvPr>
          <p:cNvSpPr txBox="1"/>
          <p:nvPr/>
        </p:nvSpPr>
        <p:spPr>
          <a:xfrm>
            <a:off x="196502" y="453509"/>
            <a:ext cx="4031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Security group</a:t>
            </a:r>
          </a:p>
        </p:txBody>
      </p:sp>
    </p:spTree>
    <p:extLst>
      <p:ext uri="{BB962C8B-B14F-4D97-AF65-F5344CB8AC3E}">
        <p14:creationId xmlns:p14="http://schemas.microsoft.com/office/powerpoint/2010/main" val="3457455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7A8B2B-FD76-3CAB-331D-9C191B51F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26" y="1689826"/>
            <a:ext cx="8743950" cy="34757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664D07-8770-B1F5-E44C-E7470EECBE30}"/>
              </a:ext>
            </a:extLst>
          </p:cNvPr>
          <p:cNvSpPr txBox="1"/>
          <p:nvPr/>
        </p:nvSpPr>
        <p:spPr>
          <a:xfrm>
            <a:off x="197726" y="275303"/>
            <a:ext cx="87439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RDS Configuration:</a:t>
            </a:r>
          </a:p>
          <a:p>
            <a:r>
              <a:rPr lang="en-US" sz="1600" dirty="0"/>
              <a:t>Created `</a:t>
            </a:r>
            <a:r>
              <a:rPr lang="en-US" sz="1600" dirty="0" err="1"/>
              <a:t>haicare-db</a:t>
            </a:r>
            <a:r>
              <a:rPr lang="en-US" sz="1600" dirty="0"/>
              <a:t>` MySQL instance. </a:t>
            </a:r>
          </a:p>
          <a:p>
            <a:r>
              <a:rPr lang="en-US" sz="1600" dirty="0"/>
              <a:t>Enabled public access and connected from EC2. </a:t>
            </a:r>
          </a:p>
          <a:p>
            <a:r>
              <a:rPr lang="en-US" sz="1600" dirty="0"/>
              <a:t>Created tables for product data.</a:t>
            </a:r>
          </a:p>
        </p:txBody>
      </p:sp>
    </p:spTree>
    <p:extLst>
      <p:ext uri="{BB962C8B-B14F-4D97-AF65-F5344CB8AC3E}">
        <p14:creationId xmlns:p14="http://schemas.microsoft.com/office/powerpoint/2010/main" val="210958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rgbClr val="E6E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9F6759-6DFA-B458-136C-72A12E6DB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67" y="788660"/>
            <a:ext cx="8520606" cy="463429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4723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500B4A4-B1F1-41EA-886A-B8A210DBC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C40A0D-6662-8350-ABD6-C93F3B5389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86" r="50719" b="10234"/>
          <a:stretch/>
        </p:blipFill>
        <p:spPr>
          <a:xfrm>
            <a:off x="4628075" y="1099257"/>
            <a:ext cx="3690169" cy="446849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1CEE39-A6DC-4DE0-9789-206F1A988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95058" y="889634"/>
            <a:ext cx="0" cy="507492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B8CF83DD-C66F-2622-60FB-27B4816156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278" r="51412" b="10060"/>
          <a:stretch/>
        </p:blipFill>
        <p:spPr>
          <a:xfrm>
            <a:off x="727821" y="1094792"/>
            <a:ext cx="3765081" cy="44705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E55A99C-0BDC-4DBE-8E40-9FA66F62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89634"/>
            <a:ext cx="541782" cy="5071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2ECAD4-5FDA-B4BC-F18A-7CA3261E30C7}"/>
              </a:ext>
            </a:extLst>
          </p:cNvPr>
          <p:cNvSpPr txBox="1"/>
          <p:nvPr/>
        </p:nvSpPr>
        <p:spPr>
          <a:xfrm>
            <a:off x="727821" y="360498"/>
            <a:ext cx="649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MYSQL Database</a:t>
            </a:r>
          </a:p>
        </p:txBody>
      </p:sp>
    </p:spTree>
    <p:extLst>
      <p:ext uri="{BB962C8B-B14F-4D97-AF65-F5344CB8AC3E}">
        <p14:creationId xmlns:p14="http://schemas.microsoft.com/office/powerpoint/2010/main" val="2816024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7B322A9-73F7-74EB-9E8C-E771D1E1B0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21" r="32782" b="53806"/>
          <a:stretch/>
        </p:blipFill>
        <p:spPr>
          <a:xfrm>
            <a:off x="810990" y="131379"/>
            <a:ext cx="6518438" cy="223625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59C085-9B0D-AC97-D4D1-19AD06B4C8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455" t="18577" r="17653"/>
          <a:stretch/>
        </p:blipFill>
        <p:spPr>
          <a:xfrm>
            <a:off x="776664" y="2351619"/>
            <a:ext cx="8019401" cy="41916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B77304B-F79A-68C4-ED00-0D4EFC67399B}"/>
              </a:ext>
            </a:extLst>
          </p:cNvPr>
          <p:cNvSpPr/>
          <p:nvPr/>
        </p:nvSpPr>
        <p:spPr>
          <a:xfrm>
            <a:off x="-3943" y="6637282"/>
            <a:ext cx="9138746" cy="2180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4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6F5E42-8976-8FE0-0EF7-605141F3D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26" y="1101267"/>
            <a:ext cx="8743950" cy="40222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2E6255-B4EF-5920-88C7-6C16244FC1AB}"/>
              </a:ext>
            </a:extLst>
          </p:cNvPr>
          <p:cNvSpPr txBox="1"/>
          <p:nvPr/>
        </p:nvSpPr>
        <p:spPr>
          <a:xfrm>
            <a:off x="197726" y="135135"/>
            <a:ext cx="8743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Lambda Development:</a:t>
            </a:r>
          </a:p>
          <a:p>
            <a:r>
              <a:rPr lang="en-US" sz="1600" dirty="0"/>
              <a:t>Built `</a:t>
            </a:r>
            <a:r>
              <a:rPr lang="en-US" sz="1600" dirty="0" err="1"/>
              <a:t>fetchLuxeLocksData</a:t>
            </a:r>
            <a:r>
              <a:rPr lang="en-US" sz="1600" dirty="0"/>
              <a:t>` to query RDS. </a:t>
            </a:r>
          </a:p>
          <a:p>
            <a:r>
              <a:rPr lang="en-US" sz="1600" dirty="0"/>
              <a:t>Set environment variables for DB connection.</a:t>
            </a:r>
          </a:p>
        </p:txBody>
      </p:sp>
    </p:spTree>
    <p:extLst>
      <p:ext uri="{BB962C8B-B14F-4D97-AF65-F5344CB8AC3E}">
        <p14:creationId xmlns:p14="http://schemas.microsoft.com/office/powerpoint/2010/main" val="1636661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065B38-3D35-6244-858F-92E84F4CC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26" y="1090338"/>
            <a:ext cx="8743950" cy="40440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B5DE9F-7456-B899-D62A-B8EF1383FC1B}"/>
              </a:ext>
            </a:extLst>
          </p:cNvPr>
          <p:cNvSpPr txBox="1"/>
          <p:nvPr/>
        </p:nvSpPr>
        <p:spPr>
          <a:xfrm>
            <a:off x="197726" y="127960"/>
            <a:ext cx="8743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API Gateway Integration:</a:t>
            </a:r>
          </a:p>
          <a:p>
            <a:r>
              <a:rPr lang="en-US" sz="1600" dirty="0"/>
              <a:t>Created REST endpoint via API Gateway. </a:t>
            </a:r>
          </a:p>
          <a:p>
            <a:r>
              <a:rPr lang="en-US" sz="1600" dirty="0"/>
              <a:t>Integrated Lambda and deployed endpoint.</a:t>
            </a:r>
          </a:p>
        </p:txBody>
      </p:sp>
    </p:spTree>
    <p:extLst>
      <p:ext uri="{BB962C8B-B14F-4D97-AF65-F5344CB8AC3E}">
        <p14:creationId xmlns:p14="http://schemas.microsoft.com/office/powerpoint/2010/main" val="3675460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1CEA56-715C-9132-E005-0102E0359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25" y="1090338"/>
            <a:ext cx="8743950" cy="40440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153D6B-5E05-566A-FA3E-03BC3809A707}"/>
              </a:ext>
            </a:extLst>
          </p:cNvPr>
          <p:cNvSpPr txBox="1"/>
          <p:nvPr/>
        </p:nvSpPr>
        <p:spPr>
          <a:xfrm>
            <a:off x="197725" y="83504"/>
            <a:ext cx="8743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IAM Configuration:</a:t>
            </a:r>
          </a:p>
          <a:p>
            <a:r>
              <a:rPr lang="en-US" sz="1600" dirty="0"/>
              <a:t>Created user `sandanimu001@gmail.com`. </a:t>
            </a:r>
          </a:p>
          <a:p>
            <a:r>
              <a:rPr lang="en-US" sz="1600" dirty="0"/>
              <a:t>Assigned minimal permissions using policies.</a:t>
            </a:r>
          </a:p>
        </p:txBody>
      </p:sp>
    </p:spTree>
    <p:extLst>
      <p:ext uri="{BB962C8B-B14F-4D97-AF65-F5344CB8AC3E}">
        <p14:creationId xmlns:p14="http://schemas.microsoft.com/office/powerpoint/2010/main" val="1256910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8FD1A4-92BE-EEA9-C34F-FA49F838EF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507"/>
          <a:stretch/>
        </p:blipFill>
        <p:spPr>
          <a:xfrm>
            <a:off x="197726" y="1155474"/>
            <a:ext cx="8743950" cy="391380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804C93-E8AA-CFD9-8800-7CC21AD71ADE}"/>
              </a:ext>
            </a:extLst>
          </p:cNvPr>
          <p:cNvSpPr txBox="1"/>
          <p:nvPr/>
        </p:nvSpPr>
        <p:spPr>
          <a:xfrm>
            <a:off x="197726" y="222676"/>
            <a:ext cx="835633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dirty="0"/>
              <a:t>S3 Bucket:</a:t>
            </a:r>
          </a:p>
          <a:p>
            <a:pPr algn="just"/>
            <a:r>
              <a:rPr lang="en-US" sz="1600" dirty="0"/>
              <a:t>Created `index.html` with product listings. </a:t>
            </a:r>
            <a:endParaRPr lang="en-US" sz="1600" dirty="0">
              <a:ea typeface="Calibri"/>
              <a:cs typeface="Calibri"/>
            </a:endParaRPr>
          </a:p>
          <a:p>
            <a:pPr algn="just"/>
            <a:r>
              <a:rPr lang="en-US" sz="1600" dirty="0"/>
              <a:t>Uploaded to S3 with public-read access.</a:t>
            </a:r>
            <a:endParaRPr lang="en-US" sz="16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9976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9" name="Isosceles Triangle 9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F8129C-A6E8-7C71-33C2-072C93B811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96" t="3658" r="134" b="5051"/>
          <a:stretch/>
        </p:blipFill>
        <p:spPr>
          <a:xfrm>
            <a:off x="403247" y="1197150"/>
            <a:ext cx="8228405" cy="4843803"/>
          </a:xfrm>
          <a:prstGeom prst="rect">
            <a:avLst/>
          </a:prstGeom>
          <a:ln>
            <a:noFill/>
          </a:ln>
        </p:spPr>
      </p:pic>
      <p:sp>
        <p:nvSpPr>
          <p:cNvPr id="101" name="Isosceles Triangle 10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AA3F9E-146A-8424-FE9A-4C46725C2B76}"/>
              </a:ext>
            </a:extLst>
          </p:cNvPr>
          <p:cNvSpPr txBox="1"/>
          <p:nvPr/>
        </p:nvSpPr>
        <p:spPr>
          <a:xfrm>
            <a:off x="403247" y="328665"/>
            <a:ext cx="6699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Interface of </a:t>
            </a:r>
            <a:r>
              <a:rPr lang="en-US" sz="2000" b="1" dirty="0" err="1"/>
              <a:t>LuxeLocksHub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154976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0449D03-F27A-5D9C-179B-0048B63E1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99" y="1108334"/>
            <a:ext cx="8743950" cy="40003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8F18FC-A60C-F8BD-FFE2-B08B9E3DF45F}"/>
              </a:ext>
            </a:extLst>
          </p:cNvPr>
          <p:cNvSpPr txBox="1"/>
          <p:nvPr/>
        </p:nvSpPr>
        <p:spPr>
          <a:xfrm>
            <a:off x="193613" y="191378"/>
            <a:ext cx="786655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CloudWatch:</a:t>
            </a:r>
          </a:p>
          <a:p>
            <a:r>
              <a:rPr lang="en-US" sz="1600" dirty="0"/>
              <a:t>Configured metrics monitoring for EC2 and RDS.</a:t>
            </a:r>
          </a:p>
          <a:p>
            <a:r>
              <a:rPr lang="en-US" sz="1600" dirty="0"/>
              <a:t>Set up alarms to notify on resource thresholds.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1400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22A927-6434-1902-FFE2-1F0E00FA8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62" y="1219471"/>
            <a:ext cx="8743950" cy="397849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B54151-D9EC-4A38-F134-C0640016CC8B}"/>
              </a:ext>
            </a:extLst>
          </p:cNvPr>
          <p:cNvSpPr txBox="1"/>
          <p:nvPr/>
        </p:nvSpPr>
        <p:spPr>
          <a:xfrm>
            <a:off x="202162" y="265471"/>
            <a:ext cx="75358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CloudTrail:</a:t>
            </a:r>
          </a:p>
          <a:p>
            <a:r>
              <a:rPr lang="en-US" sz="1600" dirty="0"/>
              <a:t>Enabled logging for AWS account activity.</a:t>
            </a:r>
          </a:p>
          <a:p>
            <a:r>
              <a:rPr lang="en-US" sz="1600" dirty="0"/>
              <a:t>Stored logs in an S3 bucket for auditing.</a:t>
            </a:r>
          </a:p>
        </p:txBody>
      </p:sp>
    </p:spTree>
    <p:extLst>
      <p:ext uri="{BB962C8B-B14F-4D97-AF65-F5344CB8AC3E}">
        <p14:creationId xmlns:p14="http://schemas.microsoft.com/office/powerpoint/2010/main" val="36451588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2B1B4667-4053-64BF-8A61-F8925AC93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99" y="1108334"/>
            <a:ext cx="8743950" cy="40003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CEFF01-D814-4B53-F907-7A2A76607C1F}"/>
              </a:ext>
            </a:extLst>
          </p:cNvPr>
          <p:cNvSpPr txBox="1"/>
          <p:nvPr/>
        </p:nvSpPr>
        <p:spPr>
          <a:xfrm>
            <a:off x="193613" y="185004"/>
            <a:ext cx="63818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RDS Snapshot:</a:t>
            </a:r>
          </a:p>
          <a:p>
            <a:r>
              <a:rPr lang="en-US" sz="1600" dirty="0"/>
              <a:t>Created automated backups for </a:t>
            </a:r>
            <a:r>
              <a:rPr lang="en-US" sz="1600" dirty="0" err="1"/>
              <a:t>haicare</a:t>
            </a:r>
            <a:r>
              <a:rPr lang="en-US" sz="1600" dirty="0"/>
              <a:t>-db.</a:t>
            </a:r>
          </a:p>
          <a:p>
            <a:r>
              <a:rPr lang="en-US" sz="1600" dirty="0"/>
              <a:t>Manually initiated a snapshot before major updates.</a:t>
            </a:r>
          </a:p>
        </p:txBody>
      </p:sp>
    </p:spTree>
    <p:extLst>
      <p:ext uri="{BB962C8B-B14F-4D97-AF65-F5344CB8AC3E}">
        <p14:creationId xmlns:p14="http://schemas.microsoft.com/office/powerpoint/2010/main" val="38368373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52BA0B-3675-F4EA-4B27-AE6AD8EB5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50" y="970656"/>
            <a:ext cx="8743950" cy="40003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8FBE0B-9A02-8C52-4307-ABA7E7B3CEAD}"/>
              </a:ext>
            </a:extLst>
          </p:cNvPr>
          <p:cNvSpPr txBox="1"/>
          <p:nvPr/>
        </p:nvSpPr>
        <p:spPr>
          <a:xfrm>
            <a:off x="185064" y="47326"/>
            <a:ext cx="75529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VPC:</a:t>
            </a:r>
          </a:p>
          <a:p>
            <a:r>
              <a:rPr lang="en-US" sz="1600" dirty="0"/>
              <a:t>Defined custom VPC for secure resource communication.</a:t>
            </a:r>
          </a:p>
          <a:p>
            <a:r>
              <a:rPr lang="en-US" sz="1600" dirty="0"/>
              <a:t>Configured subnets and a NAT gateway for internet access.</a:t>
            </a:r>
          </a:p>
        </p:txBody>
      </p:sp>
    </p:spTree>
    <p:extLst>
      <p:ext uri="{BB962C8B-B14F-4D97-AF65-F5344CB8AC3E}">
        <p14:creationId xmlns:p14="http://schemas.microsoft.com/office/powerpoint/2010/main" val="17422307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5400"/>
              <a:t>Deployed Website Links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CBD770E-BFA6-7FF9-4A50-B9D57BD019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4665101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2" name="Isosceles Triangle 101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77C3C5-20CE-CADD-ACE1-EC6A3EB89A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10" r="22728" b="-1"/>
          <a:stretch/>
        </p:blipFill>
        <p:spPr>
          <a:xfrm>
            <a:off x="523440" y="643467"/>
            <a:ext cx="8097119" cy="5571065"/>
          </a:xfrm>
          <a:prstGeom prst="rect">
            <a:avLst/>
          </a:prstGeom>
          <a:ln>
            <a:noFill/>
          </a:ln>
        </p:spPr>
      </p:pic>
      <p:sp>
        <p:nvSpPr>
          <p:cNvPr id="91" name="Isosceles Triangle 9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2153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5" name="Isosceles Triangle 64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0A304E-6C68-4614-EC1D-CCBC6C8C84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6" r="28036" b="-1"/>
          <a:stretch/>
        </p:blipFill>
        <p:spPr>
          <a:xfrm>
            <a:off x="407444" y="737351"/>
            <a:ext cx="8379215" cy="537077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7" name="Isosceles Triangle 66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1972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223477" y="2358"/>
            <a:ext cx="1407490" cy="1766008"/>
            <a:chOff x="-648769" y="2358"/>
            <a:chExt cx="1876653" cy="1766008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972226" y="6114337"/>
            <a:ext cx="645368" cy="48402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77" y="5721108"/>
            <a:ext cx="1696473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86DB25-7425-9A7D-9822-B5A473C91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289435"/>
            <a:ext cx="8178799" cy="42540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78577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ABD2F7-95B9-4184-39C4-57ACC7F3BB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27" r="15143" b="1"/>
          <a:stretch/>
        </p:blipFill>
        <p:spPr>
          <a:xfrm>
            <a:off x="490332" y="643467"/>
            <a:ext cx="8163335" cy="55710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8947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C05E0C-8B2F-437B-DCA9-7233CE29B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915" y="1423260"/>
            <a:ext cx="8160010" cy="41868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6673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223477" y="2358"/>
            <a:ext cx="1407490" cy="1766008"/>
            <a:chOff x="-648769" y="2358"/>
            <a:chExt cx="1876653" cy="1766008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972226" y="6114337"/>
            <a:ext cx="645368" cy="48402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77" y="5721108"/>
            <a:ext cx="1696473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D610E9-FEA0-EC38-A8BA-39A448B9B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287132"/>
            <a:ext cx="8178799" cy="42461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99944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86FB64-D290-D8B2-681D-187844DFD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26" y="1502377"/>
            <a:ext cx="8166273" cy="402860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0709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BA64AA-D864-10F4-DCC6-D7A206BAF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52" y="1316789"/>
            <a:ext cx="8241429" cy="436220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5344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223477" y="2358"/>
            <a:ext cx="1407490" cy="1766008"/>
            <a:chOff x="-648769" y="2358"/>
            <a:chExt cx="1876653" cy="1766008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972226" y="6114337"/>
            <a:ext cx="645368" cy="48402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77" y="5721108"/>
            <a:ext cx="1696473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6A4F1B6-3B3B-5548-A0C9-2DB6DC2FB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525126"/>
            <a:ext cx="8178799" cy="405826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137918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D2D4A2-3952-BE98-BF31-7B1E3DB54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52" y="1395906"/>
            <a:ext cx="8153747" cy="409750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5867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223477" y="2358"/>
            <a:ext cx="1407490" cy="1766008"/>
            <a:chOff x="-648769" y="2358"/>
            <a:chExt cx="1876653" cy="176600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972226" y="6114337"/>
            <a:ext cx="645368" cy="48402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77" y="5721108"/>
            <a:ext cx="1696473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551F0C-6455-D126-D9CF-D28F2A863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353629"/>
            <a:ext cx="8178799" cy="41507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79480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FF9780-57C2-2105-6AC2-61C15FE4A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915" y="1477325"/>
            <a:ext cx="8166273" cy="391587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9665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388ADA-89B9-4E12-148F-773B43641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26" y="1498416"/>
            <a:ext cx="8166273" cy="404279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0029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223477" y="2358"/>
            <a:ext cx="1407490" cy="1766008"/>
            <a:chOff x="-648769" y="2358"/>
            <a:chExt cx="1876653" cy="1766008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972226" y="6114337"/>
            <a:ext cx="645368" cy="48402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77" y="5721108"/>
            <a:ext cx="1696473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6EC1E0-DD90-D961-4A59-E8EB15709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537652"/>
            <a:ext cx="8178799" cy="40081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844887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3DD78A-EB53-FC4F-6108-0D7F05159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26" y="1382641"/>
            <a:ext cx="8166273" cy="42618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3389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63D48D-16B8-B9CF-CC5D-7215D6C5B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915" y="1475022"/>
            <a:ext cx="8166273" cy="40144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6487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223477" y="2358"/>
            <a:ext cx="1407490" cy="1766008"/>
            <a:chOff x="-648769" y="2358"/>
            <a:chExt cx="1876653" cy="1766008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972226" y="6114337"/>
            <a:ext cx="645368" cy="48402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77" y="5721108"/>
            <a:ext cx="1696473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A406F6-17C1-4C1F-7B62-C31D51305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575230"/>
            <a:ext cx="8178799" cy="395805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5826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79AFFF-C57E-E25C-72C9-E134811C0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26" y="1506337"/>
            <a:ext cx="8166273" cy="39893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753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223477" y="2358"/>
            <a:ext cx="1407490" cy="1766008"/>
            <a:chOff x="-648769" y="2358"/>
            <a:chExt cx="1876653" cy="1766008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972226" y="6114337"/>
            <a:ext cx="645368" cy="48402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77" y="5721108"/>
            <a:ext cx="1696473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0ED3B6-50AC-D8C8-5A33-2BEE32D2C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425193"/>
            <a:ext cx="8178799" cy="413287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374739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1D0F4F-B3FB-43CE-81C3-BDE214EC6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41" y="1707124"/>
            <a:ext cx="8272744" cy="40637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8199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3900"/>
              <a:t>Cost Optimization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C80EA5A8-CA5A-E4D8-2C4E-2C92AD5EF8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1810941"/>
              </p:ext>
            </p:extLst>
          </p:nvPr>
        </p:nvGraphicFramePr>
        <p:xfrm>
          <a:off x="3806952" y="795747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29A9B6-C3F5-BE23-1B11-272AA7D91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15" y="1119263"/>
            <a:ext cx="8418274" cy="397849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89122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US" sz="4300" dirty="0"/>
              <a:t>Challenges &amp; Solutions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r>
              <a:rPr lang="en-US" sz="1900">
                <a:ea typeface="+mn-lt"/>
                <a:cs typeface="+mn-lt"/>
              </a:rPr>
              <a:t>AWS setup was hard-Followed docs step-by-step.</a:t>
            </a:r>
            <a:endParaRPr lang="en-US"/>
          </a:p>
          <a:p>
            <a:r>
              <a:rPr lang="en-US" sz="1900">
                <a:ea typeface="+mn-lt"/>
                <a:cs typeface="+mn-lt"/>
              </a:rPr>
              <a:t>RDS was costly-Used free tier.</a:t>
            </a:r>
            <a:endParaRPr lang="en-US"/>
          </a:p>
          <a:p>
            <a:r>
              <a:rPr lang="en-US" sz="1900">
                <a:ea typeface="+mn-lt"/>
                <a:cs typeface="+mn-lt"/>
              </a:rPr>
              <a:t>Backend not linked to frontend-Connected via API Gateway.</a:t>
            </a:r>
            <a:endParaRPr lang="en-US"/>
          </a:p>
          <a:p>
            <a:r>
              <a:rPr lang="en-US" sz="1900">
                <a:ea typeface="+mn-lt"/>
                <a:cs typeface="+mn-lt"/>
              </a:rPr>
              <a:t>RDS connection failed-Fixed IP, endpoint, and username.</a:t>
            </a:r>
            <a:endParaRPr lang="en-US"/>
          </a:p>
          <a:p>
            <a:r>
              <a:rPr lang="en-US" sz="1900">
                <a:ea typeface="+mn-lt"/>
                <a:cs typeface="+mn-lt"/>
              </a:rPr>
              <a:t>Couldn't delete security groups-Made new ones and updated links.</a:t>
            </a:r>
            <a:endParaRPr lang="en-US"/>
          </a:p>
          <a:p>
            <a:pPr marL="0" indent="0">
              <a:buNone/>
            </a:pPr>
            <a:endParaRPr lang="en-US" sz="19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025EFD5-738C-41B9-87FE-0C00E211B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56F44FA-C940-5403-BA45-9D5D9A4948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105" r="28867" b="-1"/>
          <a:stretch/>
        </p:blipFill>
        <p:spPr>
          <a:xfrm>
            <a:off x="643713" y="1165109"/>
            <a:ext cx="3196002" cy="4351338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19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5148" y="407987"/>
            <a:ext cx="2240924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0286" y="444272"/>
            <a:ext cx="4291113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Future Enhancements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1E3A962A-9F24-53D9-45C5-B296AB592B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8748030"/>
              </p:ext>
            </p:extLst>
          </p:nvPr>
        </p:nvGraphicFramePr>
        <p:xfrm>
          <a:off x="4370286" y="1904772"/>
          <a:ext cx="4291113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D24BFD5-D814-402B-B6C4-EEF6AE14B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22362"/>
            <a:ext cx="4711446" cy="413543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700" kern="1200">
                <a:latin typeface="+mj-lt"/>
                <a:ea typeface="+mj-ea"/>
                <a:cs typeface="+mj-cs"/>
              </a:rPr>
              <a:t>Thank You</a:t>
            </a:r>
            <a:r>
              <a:rPr lang="en-US" sz="5700"/>
              <a:t>!</a:t>
            </a:r>
            <a:br>
              <a:rPr lang="en-US" sz="5700" kern="1200"/>
            </a:br>
            <a:br>
              <a:rPr lang="en-US" sz="5700"/>
            </a:br>
            <a:br>
              <a:rPr lang="en-US" sz="5700"/>
            </a:br>
            <a:r>
              <a:rPr lang="en-US" sz="1600"/>
              <a:t>Team members:</a:t>
            </a:r>
            <a:br>
              <a:rPr lang="en-US" sz="1600"/>
            </a:br>
            <a:r>
              <a:rPr lang="en-US" sz="1600"/>
              <a:t>Hamdha (018),  Rushdha(038),  Hemara(014)</a:t>
            </a:r>
            <a:endParaRPr lang="en-US" sz="5700" kern="1200">
              <a:latin typeface="+mj-lt"/>
              <a:ea typeface="+mj-ea"/>
              <a:cs typeface="+mj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FED7E8-9A97-475F-9FA4-113410D44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79604" y="1031284"/>
            <a:ext cx="2735746" cy="4436126"/>
          </a:xfrm>
          <a:custGeom>
            <a:avLst/>
            <a:gdLst>
              <a:gd name="connsiteX0" fmla="*/ 0 w 2735746"/>
              <a:gd name="connsiteY0" fmla="*/ 0 h 4436126"/>
              <a:gd name="connsiteX1" fmla="*/ 601864 w 2735746"/>
              <a:gd name="connsiteY1" fmla="*/ 0 h 4436126"/>
              <a:gd name="connsiteX2" fmla="*/ 1203728 w 2735746"/>
              <a:gd name="connsiteY2" fmla="*/ 0 h 4436126"/>
              <a:gd name="connsiteX3" fmla="*/ 1860307 w 2735746"/>
              <a:gd name="connsiteY3" fmla="*/ 0 h 4436126"/>
              <a:gd name="connsiteX4" fmla="*/ 2735746 w 2735746"/>
              <a:gd name="connsiteY4" fmla="*/ 0 h 4436126"/>
              <a:gd name="connsiteX5" fmla="*/ 2735746 w 2735746"/>
              <a:gd name="connsiteY5" fmla="*/ 722455 h 4436126"/>
              <a:gd name="connsiteX6" fmla="*/ 2735746 w 2735746"/>
              <a:gd name="connsiteY6" fmla="*/ 1400548 h 4436126"/>
              <a:gd name="connsiteX7" fmla="*/ 2735746 w 2735746"/>
              <a:gd name="connsiteY7" fmla="*/ 2123003 h 4436126"/>
              <a:gd name="connsiteX8" fmla="*/ 2735746 w 2735746"/>
              <a:gd name="connsiteY8" fmla="*/ 2623652 h 4436126"/>
              <a:gd name="connsiteX9" fmla="*/ 2735746 w 2735746"/>
              <a:gd name="connsiteY9" fmla="*/ 3346106 h 4436126"/>
              <a:gd name="connsiteX10" fmla="*/ 2735746 w 2735746"/>
              <a:gd name="connsiteY10" fmla="*/ 4436126 h 4436126"/>
              <a:gd name="connsiteX11" fmla="*/ 2106524 w 2735746"/>
              <a:gd name="connsiteY11" fmla="*/ 4436126 h 4436126"/>
              <a:gd name="connsiteX12" fmla="*/ 1449945 w 2735746"/>
              <a:gd name="connsiteY12" fmla="*/ 4436126 h 4436126"/>
              <a:gd name="connsiteX13" fmla="*/ 793366 w 2735746"/>
              <a:gd name="connsiteY13" fmla="*/ 4436126 h 4436126"/>
              <a:gd name="connsiteX14" fmla="*/ 0 w 2735746"/>
              <a:gd name="connsiteY14" fmla="*/ 4436126 h 4436126"/>
              <a:gd name="connsiteX15" fmla="*/ 0 w 2735746"/>
              <a:gd name="connsiteY15" fmla="*/ 3713671 h 4436126"/>
              <a:gd name="connsiteX16" fmla="*/ 0 w 2735746"/>
              <a:gd name="connsiteY16" fmla="*/ 3124300 h 4436126"/>
              <a:gd name="connsiteX17" fmla="*/ 0 w 2735746"/>
              <a:gd name="connsiteY17" fmla="*/ 2446207 h 4436126"/>
              <a:gd name="connsiteX18" fmla="*/ 0 w 2735746"/>
              <a:gd name="connsiteY18" fmla="*/ 1856836 h 4436126"/>
              <a:gd name="connsiteX19" fmla="*/ 0 w 2735746"/>
              <a:gd name="connsiteY19" fmla="*/ 1178742 h 4436126"/>
              <a:gd name="connsiteX20" fmla="*/ 0 w 2735746"/>
              <a:gd name="connsiteY20" fmla="*/ 678094 h 4436126"/>
              <a:gd name="connsiteX21" fmla="*/ 0 w 2735746"/>
              <a:gd name="connsiteY21" fmla="*/ 0 h 4436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735746" h="4436126" fill="none" extrusionOk="0">
                <a:moveTo>
                  <a:pt x="0" y="0"/>
                </a:moveTo>
                <a:cubicBezTo>
                  <a:pt x="179540" y="26169"/>
                  <a:pt x="438012" y="23230"/>
                  <a:pt x="601864" y="0"/>
                </a:cubicBezTo>
                <a:cubicBezTo>
                  <a:pt x="765716" y="-23230"/>
                  <a:pt x="955038" y="-5127"/>
                  <a:pt x="1203728" y="0"/>
                </a:cubicBezTo>
                <a:cubicBezTo>
                  <a:pt x="1452418" y="5127"/>
                  <a:pt x="1646417" y="-25974"/>
                  <a:pt x="1860307" y="0"/>
                </a:cubicBezTo>
                <a:cubicBezTo>
                  <a:pt x="2074197" y="25974"/>
                  <a:pt x="2430568" y="-26480"/>
                  <a:pt x="2735746" y="0"/>
                </a:cubicBezTo>
                <a:cubicBezTo>
                  <a:pt x="2706048" y="340749"/>
                  <a:pt x="2740838" y="495871"/>
                  <a:pt x="2735746" y="722455"/>
                </a:cubicBezTo>
                <a:cubicBezTo>
                  <a:pt x="2730654" y="949039"/>
                  <a:pt x="2752433" y="1198388"/>
                  <a:pt x="2735746" y="1400548"/>
                </a:cubicBezTo>
                <a:cubicBezTo>
                  <a:pt x="2719059" y="1602708"/>
                  <a:pt x="2715247" y="1770847"/>
                  <a:pt x="2735746" y="2123003"/>
                </a:cubicBezTo>
                <a:cubicBezTo>
                  <a:pt x="2756245" y="2475160"/>
                  <a:pt x="2751062" y="2522091"/>
                  <a:pt x="2735746" y="2623652"/>
                </a:cubicBezTo>
                <a:cubicBezTo>
                  <a:pt x="2720430" y="2725213"/>
                  <a:pt x="2753604" y="3142493"/>
                  <a:pt x="2735746" y="3346106"/>
                </a:cubicBezTo>
                <a:cubicBezTo>
                  <a:pt x="2717888" y="3549719"/>
                  <a:pt x="2748400" y="4025565"/>
                  <a:pt x="2735746" y="4436126"/>
                </a:cubicBezTo>
                <a:cubicBezTo>
                  <a:pt x="2455834" y="4434463"/>
                  <a:pt x="2336666" y="4425166"/>
                  <a:pt x="2106524" y="4436126"/>
                </a:cubicBezTo>
                <a:cubicBezTo>
                  <a:pt x="1876382" y="4447086"/>
                  <a:pt x="1601121" y="4420147"/>
                  <a:pt x="1449945" y="4436126"/>
                </a:cubicBezTo>
                <a:cubicBezTo>
                  <a:pt x="1298769" y="4452105"/>
                  <a:pt x="950963" y="4404014"/>
                  <a:pt x="793366" y="4436126"/>
                </a:cubicBezTo>
                <a:cubicBezTo>
                  <a:pt x="635769" y="4468238"/>
                  <a:pt x="300146" y="4462205"/>
                  <a:pt x="0" y="4436126"/>
                </a:cubicBezTo>
                <a:cubicBezTo>
                  <a:pt x="25833" y="4232419"/>
                  <a:pt x="3486" y="4019021"/>
                  <a:pt x="0" y="3713671"/>
                </a:cubicBezTo>
                <a:cubicBezTo>
                  <a:pt x="-3486" y="3408322"/>
                  <a:pt x="-27541" y="3277286"/>
                  <a:pt x="0" y="3124300"/>
                </a:cubicBezTo>
                <a:cubicBezTo>
                  <a:pt x="27541" y="2971314"/>
                  <a:pt x="31162" y="2762025"/>
                  <a:pt x="0" y="2446207"/>
                </a:cubicBezTo>
                <a:cubicBezTo>
                  <a:pt x="-31162" y="2130389"/>
                  <a:pt x="9656" y="2027375"/>
                  <a:pt x="0" y="1856836"/>
                </a:cubicBezTo>
                <a:cubicBezTo>
                  <a:pt x="-9656" y="1686297"/>
                  <a:pt x="-14688" y="1512539"/>
                  <a:pt x="0" y="1178742"/>
                </a:cubicBezTo>
                <a:cubicBezTo>
                  <a:pt x="14688" y="844945"/>
                  <a:pt x="2890" y="917816"/>
                  <a:pt x="0" y="678094"/>
                </a:cubicBezTo>
                <a:cubicBezTo>
                  <a:pt x="-2890" y="438372"/>
                  <a:pt x="5448" y="207647"/>
                  <a:pt x="0" y="0"/>
                </a:cubicBezTo>
                <a:close/>
              </a:path>
              <a:path w="2735746" h="4436126" stroke="0" extrusionOk="0">
                <a:moveTo>
                  <a:pt x="0" y="0"/>
                </a:moveTo>
                <a:cubicBezTo>
                  <a:pt x="209894" y="16338"/>
                  <a:pt x="375877" y="-31334"/>
                  <a:pt x="629222" y="0"/>
                </a:cubicBezTo>
                <a:cubicBezTo>
                  <a:pt x="882567" y="31334"/>
                  <a:pt x="997255" y="-29736"/>
                  <a:pt x="1258443" y="0"/>
                </a:cubicBezTo>
                <a:cubicBezTo>
                  <a:pt x="1519631" y="29736"/>
                  <a:pt x="1769008" y="-24969"/>
                  <a:pt x="1942380" y="0"/>
                </a:cubicBezTo>
                <a:cubicBezTo>
                  <a:pt x="2115752" y="24969"/>
                  <a:pt x="2487652" y="32052"/>
                  <a:pt x="2735746" y="0"/>
                </a:cubicBezTo>
                <a:cubicBezTo>
                  <a:pt x="2751518" y="246908"/>
                  <a:pt x="2711283" y="325094"/>
                  <a:pt x="2735746" y="589371"/>
                </a:cubicBezTo>
                <a:cubicBezTo>
                  <a:pt x="2760209" y="853648"/>
                  <a:pt x="2718833" y="972107"/>
                  <a:pt x="2735746" y="1090020"/>
                </a:cubicBezTo>
                <a:cubicBezTo>
                  <a:pt x="2752659" y="1207933"/>
                  <a:pt x="2729992" y="1582062"/>
                  <a:pt x="2735746" y="1812474"/>
                </a:cubicBezTo>
                <a:cubicBezTo>
                  <a:pt x="2741500" y="2042886"/>
                  <a:pt x="2707628" y="2235903"/>
                  <a:pt x="2735746" y="2401845"/>
                </a:cubicBezTo>
                <a:cubicBezTo>
                  <a:pt x="2763864" y="2567787"/>
                  <a:pt x="2758150" y="2913761"/>
                  <a:pt x="2735746" y="3124300"/>
                </a:cubicBezTo>
                <a:cubicBezTo>
                  <a:pt x="2713342" y="3334839"/>
                  <a:pt x="2720989" y="3582863"/>
                  <a:pt x="2735746" y="3758032"/>
                </a:cubicBezTo>
                <a:cubicBezTo>
                  <a:pt x="2750503" y="3933201"/>
                  <a:pt x="2736802" y="4250321"/>
                  <a:pt x="2735746" y="4436126"/>
                </a:cubicBezTo>
                <a:cubicBezTo>
                  <a:pt x="2480396" y="4409468"/>
                  <a:pt x="2193035" y="4433672"/>
                  <a:pt x="2051810" y="4436126"/>
                </a:cubicBezTo>
                <a:cubicBezTo>
                  <a:pt x="1910585" y="4438580"/>
                  <a:pt x="1557696" y="4442846"/>
                  <a:pt x="1422588" y="4436126"/>
                </a:cubicBezTo>
                <a:cubicBezTo>
                  <a:pt x="1287480" y="4429406"/>
                  <a:pt x="1114403" y="4428562"/>
                  <a:pt x="820724" y="4436126"/>
                </a:cubicBezTo>
                <a:cubicBezTo>
                  <a:pt x="527045" y="4443690"/>
                  <a:pt x="375914" y="4447757"/>
                  <a:pt x="0" y="4436126"/>
                </a:cubicBezTo>
                <a:cubicBezTo>
                  <a:pt x="-31538" y="4174476"/>
                  <a:pt x="-31250" y="4099935"/>
                  <a:pt x="0" y="3802394"/>
                </a:cubicBezTo>
                <a:cubicBezTo>
                  <a:pt x="31250" y="3504853"/>
                  <a:pt x="9806" y="3349077"/>
                  <a:pt x="0" y="3213023"/>
                </a:cubicBezTo>
                <a:cubicBezTo>
                  <a:pt x="-9806" y="3076969"/>
                  <a:pt x="-22953" y="2900441"/>
                  <a:pt x="0" y="2712374"/>
                </a:cubicBezTo>
                <a:cubicBezTo>
                  <a:pt x="22953" y="2524307"/>
                  <a:pt x="-35854" y="2231517"/>
                  <a:pt x="0" y="1989919"/>
                </a:cubicBezTo>
                <a:cubicBezTo>
                  <a:pt x="35854" y="1748321"/>
                  <a:pt x="1945" y="1519865"/>
                  <a:pt x="0" y="1400548"/>
                </a:cubicBezTo>
                <a:cubicBezTo>
                  <a:pt x="-1945" y="1281231"/>
                  <a:pt x="-11601" y="971726"/>
                  <a:pt x="0" y="811177"/>
                </a:cubicBezTo>
                <a:cubicBezTo>
                  <a:pt x="11601" y="650628"/>
                  <a:pt x="34125" y="21079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8728339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A39B854-4B6C-4F7F-A602-6F97770CE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49" y="5439978"/>
            <a:ext cx="4711446" cy="18288"/>
          </a:xfrm>
          <a:custGeom>
            <a:avLst/>
            <a:gdLst>
              <a:gd name="connsiteX0" fmla="*/ 0 w 4711446"/>
              <a:gd name="connsiteY0" fmla="*/ 0 h 18288"/>
              <a:gd name="connsiteX1" fmla="*/ 625949 w 4711446"/>
              <a:gd name="connsiteY1" fmla="*/ 0 h 18288"/>
              <a:gd name="connsiteX2" fmla="*/ 1157670 w 4711446"/>
              <a:gd name="connsiteY2" fmla="*/ 0 h 18288"/>
              <a:gd name="connsiteX3" fmla="*/ 1736504 w 4711446"/>
              <a:gd name="connsiteY3" fmla="*/ 0 h 18288"/>
              <a:gd name="connsiteX4" fmla="*/ 2456683 w 4711446"/>
              <a:gd name="connsiteY4" fmla="*/ 0 h 18288"/>
              <a:gd name="connsiteX5" fmla="*/ 3082632 w 4711446"/>
              <a:gd name="connsiteY5" fmla="*/ 0 h 18288"/>
              <a:gd name="connsiteX6" fmla="*/ 3661467 w 4711446"/>
              <a:gd name="connsiteY6" fmla="*/ 0 h 18288"/>
              <a:gd name="connsiteX7" fmla="*/ 4711446 w 4711446"/>
              <a:gd name="connsiteY7" fmla="*/ 0 h 18288"/>
              <a:gd name="connsiteX8" fmla="*/ 4711446 w 4711446"/>
              <a:gd name="connsiteY8" fmla="*/ 18288 h 18288"/>
              <a:gd name="connsiteX9" fmla="*/ 4038382 w 4711446"/>
              <a:gd name="connsiteY9" fmla="*/ 18288 h 18288"/>
              <a:gd name="connsiteX10" fmla="*/ 3459547 w 4711446"/>
              <a:gd name="connsiteY10" fmla="*/ 18288 h 18288"/>
              <a:gd name="connsiteX11" fmla="*/ 2692255 w 4711446"/>
              <a:gd name="connsiteY11" fmla="*/ 18288 h 18288"/>
              <a:gd name="connsiteX12" fmla="*/ 2066306 w 4711446"/>
              <a:gd name="connsiteY12" fmla="*/ 18288 h 18288"/>
              <a:gd name="connsiteX13" fmla="*/ 1534585 w 4711446"/>
              <a:gd name="connsiteY13" fmla="*/ 18288 h 18288"/>
              <a:gd name="connsiteX14" fmla="*/ 814407 w 4711446"/>
              <a:gd name="connsiteY14" fmla="*/ 18288 h 18288"/>
              <a:gd name="connsiteX15" fmla="*/ 0 w 4711446"/>
              <a:gd name="connsiteY15" fmla="*/ 18288 h 18288"/>
              <a:gd name="connsiteX16" fmla="*/ 0 w 4711446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11446" h="18288" fill="none" extrusionOk="0">
                <a:moveTo>
                  <a:pt x="0" y="0"/>
                </a:moveTo>
                <a:cubicBezTo>
                  <a:pt x="275996" y="-6775"/>
                  <a:pt x="430270" y="12128"/>
                  <a:pt x="625949" y="0"/>
                </a:cubicBezTo>
                <a:cubicBezTo>
                  <a:pt x="821628" y="-12128"/>
                  <a:pt x="953153" y="2170"/>
                  <a:pt x="1157670" y="0"/>
                </a:cubicBezTo>
                <a:cubicBezTo>
                  <a:pt x="1362187" y="-2170"/>
                  <a:pt x="1508708" y="24986"/>
                  <a:pt x="1736504" y="0"/>
                </a:cubicBezTo>
                <a:cubicBezTo>
                  <a:pt x="1964300" y="-24986"/>
                  <a:pt x="2114331" y="-14747"/>
                  <a:pt x="2456683" y="0"/>
                </a:cubicBezTo>
                <a:cubicBezTo>
                  <a:pt x="2799035" y="14747"/>
                  <a:pt x="2904885" y="27883"/>
                  <a:pt x="3082632" y="0"/>
                </a:cubicBezTo>
                <a:cubicBezTo>
                  <a:pt x="3260379" y="-27883"/>
                  <a:pt x="3449277" y="21284"/>
                  <a:pt x="3661467" y="0"/>
                </a:cubicBezTo>
                <a:cubicBezTo>
                  <a:pt x="3873658" y="-21284"/>
                  <a:pt x="4403906" y="12447"/>
                  <a:pt x="4711446" y="0"/>
                </a:cubicBezTo>
                <a:cubicBezTo>
                  <a:pt x="4711844" y="7429"/>
                  <a:pt x="4711426" y="10822"/>
                  <a:pt x="4711446" y="18288"/>
                </a:cubicBezTo>
                <a:cubicBezTo>
                  <a:pt x="4441704" y="14143"/>
                  <a:pt x="4312170" y="5146"/>
                  <a:pt x="4038382" y="18288"/>
                </a:cubicBezTo>
                <a:cubicBezTo>
                  <a:pt x="3764594" y="31430"/>
                  <a:pt x="3716634" y="24680"/>
                  <a:pt x="3459547" y="18288"/>
                </a:cubicBezTo>
                <a:cubicBezTo>
                  <a:pt x="3202460" y="11896"/>
                  <a:pt x="2879854" y="19674"/>
                  <a:pt x="2692255" y="18288"/>
                </a:cubicBezTo>
                <a:cubicBezTo>
                  <a:pt x="2504656" y="16902"/>
                  <a:pt x="2223731" y="-2796"/>
                  <a:pt x="2066306" y="18288"/>
                </a:cubicBezTo>
                <a:cubicBezTo>
                  <a:pt x="1908881" y="39372"/>
                  <a:pt x="1781464" y="10855"/>
                  <a:pt x="1534585" y="18288"/>
                </a:cubicBezTo>
                <a:cubicBezTo>
                  <a:pt x="1287706" y="25721"/>
                  <a:pt x="979966" y="-15294"/>
                  <a:pt x="814407" y="18288"/>
                </a:cubicBezTo>
                <a:cubicBezTo>
                  <a:pt x="648848" y="51870"/>
                  <a:pt x="195527" y="13986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711446" h="18288" stroke="0" extrusionOk="0">
                <a:moveTo>
                  <a:pt x="0" y="0"/>
                </a:moveTo>
                <a:cubicBezTo>
                  <a:pt x="225644" y="-29218"/>
                  <a:pt x="321824" y="-13505"/>
                  <a:pt x="625949" y="0"/>
                </a:cubicBezTo>
                <a:cubicBezTo>
                  <a:pt x="930074" y="13505"/>
                  <a:pt x="1040728" y="23682"/>
                  <a:pt x="1157670" y="0"/>
                </a:cubicBezTo>
                <a:cubicBezTo>
                  <a:pt x="1274612" y="-23682"/>
                  <a:pt x="1732715" y="-38127"/>
                  <a:pt x="1924962" y="0"/>
                </a:cubicBezTo>
                <a:cubicBezTo>
                  <a:pt x="2117209" y="38127"/>
                  <a:pt x="2299261" y="17383"/>
                  <a:pt x="2550911" y="0"/>
                </a:cubicBezTo>
                <a:cubicBezTo>
                  <a:pt x="2802561" y="-17383"/>
                  <a:pt x="2873352" y="-24010"/>
                  <a:pt x="3176861" y="0"/>
                </a:cubicBezTo>
                <a:cubicBezTo>
                  <a:pt x="3480370" y="24010"/>
                  <a:pt x="3597961" y="-9070"/>
                  <a:pt x="3944153" y="0"/>
                </a:cubicBezTo>
                <a:cubicBezTo>
                  <a:pt x="4290345" y="9070"/>
                  <a:pt x="4345995" y="26854"/>
                  <a:pt x="4711446" y="0"/>
                </a:cubicBezTo>
                <a:cubicBezTo>
                  <a:pt x="4710560" y="5429"/>
                  <a:pt x="4712267" y="14046"/>
                  <a:pt x="4711446" y="18288"/>
                </a:cubicBezTo>
                <a:cubicBezTo>
                  <a:pt x="4574282" y="23897"/>
                  <a:pt x="4363770" y="43566"/>
                  <a:pt x="4132611" y="18288"/>
                </a:cubicBezTo>
                <a:cubicBezTo>
                  <a:pt x="3901452" y="-6990"/>
                  <a:pt x="3795359" y="-7327"/>
                  <a:pt x="3459547" y="18288"/>
                </a:cubicBezTo>
                <a:cubicBezTo>
                  <a:pt x="3123735" y="43903"/>
                  <a:pt x="3000502" y="-9998"/>
                  <a:pt x="2786484" y="18288"/>
                </a:cubicBezTo>
                <a:cubicBezTo>
                  <a:pt x="2572466" y="46574"/>
                  <a:pt x="2424773" y="17766"/>
                  <a:pt x="2160535" y="18288"/>
                </a:cubicBezTo>
                <a:cubicBezTo>
                  <a:pt x="1896297" y="18810"/>
                  <a:pt x="1673486" y="-6557"/>
                  <a:pt x="1393242" y="18288"/>
                </a:cubicBezTo>
                <a:cubicBezTo>
                  <a:pt x="1112998" y="43133"/>
                  <a:pt x="887393" y="39122"/>
                  <a:pt x="625949" y="18288"/>
                </a:cubicBezTo>
                <a:cubicBezTo>
                  <a:pt x="364505" y="-2546"/>
                  <a:pt x="251092" y="19641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445</Words>
  <Application>Microsoft Office PowerPoint</Application>
  <PresentationFormat>On-screen Show (4:3)</PresentationFormat>
  <Paragraphs>76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Aptos</vt:lpstr>
      <vt:lpstr>Arial</vt:lpstr>
      <vt:lpstr>Calibri</vt:lpstr>
      <vt:lpstr>Wingdings</vt:lpstr>
      <vt:lpstr>Office Theme</vt:lpstr>
      <vt:lpstr>LuxeLocksHub – Cloud Computing Project</vt:lpstr>
      <vt:lpstr>Project Overview</vt:lpstr>
      <vt:lpstr>Architecture Design</vt:lpstr>
      <vt:lpstr>Implementation Steps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Deployed Website Links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Cost Optimization</vt:lpstr>
      <vt:lpstr>PowerPoint Presentation</vt:lpstr>
      <vt:lpstr>Challenges &amp; Solutions</vt:lpstr>
      <vt:lpstr>Future Enhancements</vt:lpstr>
      <vt:lpstr>Thank You!   Team members: Hamdha (018),  Rushdha(038),  Hemara(014)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 S I</dc:creator>
  <cp:keywords/>
  <dc:description>generated using python-pptx</dc:description>
  <cp:lastModifiedBy>Hemara Nimtharu</cp:lastModifiedBy>
  <cp:revision>1</cp:revision>
  <dcterms:created xsi:type="dcterms:W3CDTF">2013-01-27T09:14:16Z</dcterms:created>
  <dcterms:modified xsi:type="dcterms:W3CDTF">2025-04-07T10:32:31Z</dcterms:modified>
  <cp:category/>
</cp:coreProperties>
</file>